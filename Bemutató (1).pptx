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66" r:id="rId5"/>
    <p:sldId id="265" r:id="rId6"/>
    <p:sldId id="257" r:id="rId7"/>
    <p:sldId id="258" r:id="rId8"/>
    <p:sldId id="260" r:id="rId9"/>
    <p:sldId id="259" r:id="rId10"/>
    <p:sldId id="261" r:id="rId11"/>
    <p:sldId id="262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371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056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5333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108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54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53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033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8360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7134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6974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124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3798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8182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4980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7621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0162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732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D4C322F-BC9B-42E0-BD88-98D7F3AB06DE}" type="datetimeFigureOut">
              <a:rPr lang="hu-HU" smtClean="0"/>
              <a:t>2026.02.25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507F24-5141-4C04-85F0-78FCBDE73A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162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C399B1-9BBC-414D-9911-563351169D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Programozás bemutató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8673976-1BAA-4E8F-9D3F-54E3E6FCE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0000">
            <a:off x="8407309" y="3831072"/>
            <a:ext cx="2523466" cy="1963502"/>
          </a:xfrm>
        </p:spPr>
        <p:txBody>
          <a:bodyPr/>
          <a:lstStyle/>
          <a:p>
            <a:r>
              <a:rPr lang="hu-HU" sz="3000" dirty="0"/>
              <a:t>Készítette: </a:t>
            </a:r>
            <a:br>
              <a:rPr lang="hu-HU" dirty="0"/>
            </a:br>
            <a:r>
              <a:rPr lang="hu-HU" sz="2400" dirty="0"/>
              <a:t>Csendes Károly </a:t>
            </a:r>
            <a:br>
              <a:rPr lang="hu-HU" sz="2400" dirty="0"/>
            </a:br>
            <a:r>
              <a:rPr lang="hu-HU" sz="2400" dirty="0"/>
              <a:t>Konyári Botond </a:t>
            </a:r>
            <a:br>
              <a:rPr lang="hu-HU" sz="2400" dirty="0"/>
            </a:br>
            <a:r>
              <a:rPr lang="hu-HU" sz="2400" dirty="0"/>
              <a:t>Dániel Ádám</a:t>
            </a:r>
          </a:p>
        </p:txBody>
      </p:sp>
    </p:spTree>
    <p:extLst>
      <p:ext uri="{BB962C8B-B14F-4D97-AF65-F5344CB8AC3E}">
        <p14:creationId xmlns:p14="http://schemas.microsoft.com/office/powerpoint/2010/main" val="31223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FEA156-9BDF-4135-9644-B03C42B27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Választott téma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519B77-B0AA-4978-8980-8BBCC4657D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-Mi a </a:t>
            </a:r>
            <a:r>
              <a:rPr lang="hu-HU" dirty="0" err="1"/>
              <a:t>phasmophobiaát</a:t>
            </a:r>
            <a:r>
              <a:rPr lang="hu-HU" dirty="0"/>
              <a:t> választottuk témának, mert mindegyikünk játszik a játékkal.</a:t>
            </a:r>
          </a:p>
          <a:p>
            <a:pPr marL="0" indent="0">
              <a:buNone/>
            </a:pPr>
            <a:r>
              <a:rPr lang="hu-HU" dirty="0"/>
              <a:t>-Az oldalon bemutattuk a játékot, eszközeit, szörnyeit, pályáit.</a:t>
            </a:r>
          </a:p>
          <a:p>
            <a:pPr marL="0" indent="0">
              <a:buNone/>
            </a:pPr>
            <a:r>
              <a:rPr lang="hu-HU" dirty="0"/>
              <a:t>-A játék arról szól, hogy megérkezel egy házba amit megszállt egy szellem, és ki kell találnod, hogy milyen típusú szellem az. A játék lényege nem az, hogy elkapjuk a szellemet, hanem, hogy kitaláljuk, hogy melyik szellem az. 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61314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344599-61FA-4A3B-A73A-0C2DE158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39066"/>
            <a:ext cx="10396882" cy="1151965"/>
          </a:xfrm>
        </p:spPr>
        <p:txBody>
          <a:bodyPr/>
          <a:lstStyle/>
          <a:p>
            <a:r>
              <a:rPr lang="hu-HU" dirty="0"/>
              <a:t>Használt </a:t>
            </a:r>
            <a:r>
              <a:rPr lang="hu-HU" dirty="0" err="1"/>
              <a:t>technologógiák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6EF5B8-36E0-45CE-B13E-7A016059E1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hu-HU" dirty="0" err="1"/>
              <a:t>Html</a:t>
            </a:r>
            <a:endParaRPr lang="hu-HU" dirty="0"/>
          </a:p>
          <a:p>
            <a:r>
              <a:rPr lang="hu-HU" dirty="0" err="1"/>
              <a:t>Javascript</a:t>
            </a:r>
            <a:endParaRPr lang="hu-HU" dirty="0"/>
          </a:p>
          <a:p>
            <a:r>
              <a:rPr lang="hu-HU" dirty="0"/>
              <a:t>BS5</a:t>
            </a:r>
          </a:p>
          <a:p>
            <a:r>
              <a:rPr lang="hu-HU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161354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DD9688-8D4C-4BF8-A550-10D524E8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64" y="82118"/>
            <a:ext cx="10396882" cy="1151965"/>
          </a:xfrm>
        </p:spPr>
        <p:txBody>
          <a:bodyPr/>
          <a:lstStyle/>
          <a:p>
            <a:r>
              <a:rPr lang="hu-HU" dirty="0" err="1"/>
              <a:t>Bootstrap</a:t>
            </a:r>
            <a:r>
              <a:rPr lang="hu-HU" dirty="0"/>
              <a:t> </a:t>
            </a:r>
            <a:r>
              <a:rPr lang="hu-HU" dirty="0" err="1"/>
              <a:t>felhasznlásA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B005B90-319D-4BD1-8A6B-28A2D06334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64" y="314496"/>
            <a:ext cx="5066930" cy="3311189"/>
          </a:xfrm>
        </p:spPr>
        <p:txBody>
          <a:bodyPr/>
          <a:lstStyle/>
          <a:p>
            <a:r>
              <a:rPr lang="hu-HU" dirty="0"/>
              <a:t>A BOOTSTRAPNEK például a főoldalon  </a:t>
            </a:r>
            <a:r>
              <a:rPr lang="hu-HU" dirty="0" err="1"/>
              <a:t>carousel</a:t>
            </a:r>
            <a:r>
              <a:rPr lang="hu-HU" dirty="0"/>
              <a:t> </a:t>
            </a:r>
            <a:r>
              <a:rPr lang="hu-HU" dirty="0" err="1"/>
              <a:t>felhasználásval</a:t>
            </a:r>
            <a:r>
              <a:rPr lang="hu-HU" dirty="0"/>
              <a:t> vettük hasznát.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C525F3E-5D77-42AA-B919-0D6C19638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183" y="984444"/>
            <a:ext cx="4447418" cy="2641241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339EF57-3AA5-4D52-8751-533C79D65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00" y="2840537"/>
            <a:ext cx="4826658" cy="2659587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618A1605-7C5E-4A64-8DAC-DEE88799DF9D}"/>
              </a:ext>
            </a:extLst>
          </p:cNvPr>
          <p:cNvSpPr txBox="1"/>
          <p:nvPr/>
        </p:nvSpPr>
        <p:spPr>
          <a:xfrm>
            <a:off x="5262805" y="4279037"/>
            <a:ext cx="2592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Carousel</a:t>
            </a:r>
            <a:r>
              <a:rPr lang="hu-HU" dirty="0"/>
              <a:t> mellett pl. a  </a:t>
            </a:r>
            <a:r>
              <a:rPr lang="hu-HU" dirty="0" err="1"/>
              <a:t>NavBar</a:t>
            </a:r>
            <a:r>
              <a:rPr lang="hu-HU" dirty="0"/>
              <a:t>-t is BS-</a:t>
            </a:r>
            <a:r>
              <a:rPr lang="hu-HU" dirty="0" err="1"/>
              <a:t>sel</a:t>
            </a:r>
            <a:r>
              <a:rPr lang="hu-HU" dirty="0"/>
              <a:t> csináltuk.</a:t>
            </a:r>
          </a:p>
        </p:txBody>
      </p:sp>
    </p:spTree>
    <p:extLst>
      <p:ext uri="{BB962C8B-B14F-4D97-AF65-F5344CB8AC3E}">
        <p14:creationId xmlns:p14="http://schemas.microsoft.com/office/powerpoint/2010/main" val="71791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25503B-8DE0-48F4-A9DA-925FD6BD6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Github</a:t>
            </a:r>
            <a:r>
              <a:rPr lang="hu-HU" dirty="0"/>
              <a:t> statisztikák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8B7886A-5685-4A68-96D0-BB0BF43F7D3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944103" y="1948340"/>
            <a:ext cx="6601263" cy="3311525"/>
          </a:xfr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F7058490-5180-46CB-A153-6C40B590F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77" y="3028894"/>
            <a:ext cx="3086531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3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>
            <a:extLst>
              <a:ext uri="{FF2B5EF4-FFF2-40B4-BE49-F238E27FC236}">
                <a16:creationId xmlns:a16="http://schemas.microsoft.com/office/drawing/2014/main" id="{A380262F-8C9A-4ACF-9766-4BB046BFD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28492" y="185170"/>
            <a:ext cx="2897411" cy="669708"/>
          </a:xfrm>
        </p:spPr>
        <p:txBody>
          <a:bodyPr>
            <a:noAutofit/>
          </a:bodyPr>
          <a:lstStyle/>
          <a:p>
            <a:r>
              <a:rPr lang="hu-HU" sz="3200" b="1" dirty="0"/>
              <a:t>Nyomógombok</a:t>
            </a: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2F31512E-B551-4349-852F-DD3A1FF0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5" y="279714"/>
            <a:ext cx="3949307" cy="138269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sz="4000" u="sng" dirty="0"/>
              <a:t>Demonok.html</a:t>
            </a:r>
            <a:br>
              <a:rPr lang="hu-HU" dirty="0"/>
            </a:br>
            <a:r>
              <a:rPr lang="hu-HU" sz="2400" dirty="0"/>
              <a:t>Készítette:</a:t>
            </a:r>
            <a:br>
              <a:rPr lang="hu-HU" sz="2400" dirty="0"/>
            </a:br>
            <a:r>
              <a:rPr lang="hu-HU" sz="2400" dirty="0"/>
              <a:t>Konyári Botond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6E6684-46CA-4F1B-8DB6-D34D4F4FE28B}"/>
              </a:ext>
            </a:extLst>
          </p:cNvPr>
          <p:cNvSpPr txBox="1"/>
          <p:nvPr/>
        </p:nvSpPr>
        <p:spPr>
          <a:xfrm>
            <a:off x="4008873" y="877005"/>
            <a:ext cx="33683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 oldal legelején látható egy 7db-os nyomógomb amely az oldal rendezését irányítja minimális java script-el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AC0D1428-A006-4BB2-8484-4E5209DEE31C}"/>
              </a:ext>
            </a:extLst>
          </p:cNvPr>
          <p:cNvSpPr txBox="1"/>
          <p:nvPr/>
        </p:nvSpPr>
        <p:spPr>
          <a:xfrm>
            <a:off x="585926" y="2613607"/>
            <a:ext cx="949910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latin typeface="Monospac821 BT" panose="020B0609020202020204" pitchFamily="49" charset="0"/>
              </a:rPr>
              <a:t>&lt;div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="mb-4 text-center"&gt;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emf</a:t>
            </a:r>
            <a:r>
              <a:rPr lang="hu-HU" sz="1200" dirty="0">
                <a:latin typeface="Monospac821 BT" panose="020B0609020202020204" pitchFamily="49" charset="0"/>
              </a:rPr>
              <a:t>"&gt;EMF 5&lt;/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ultraviolet</a:t>
            </a:r>
            <a:r>
              <a:rPr lang="hu-HU" sz="1200" dirty="0">
                <a:latin typeface="Monospac821 BT" panose="020B0609020202020204" pitchFamily="49" charset="0"/>
              </a:rPr>
              <a:t>"&gt;</a:t>
            </a:r>
            <a:r>
              <a:rPr lang="hu-HU" sz="1200" dirty="0" err="1">
                <a:latin typeface="Monospac821 BT" panose="020B0609020202020204" pitchFamily="49" charset="0"/>
              </a:rPr>
              <a:t>Ultraviolet</a:t>
            </a:r>
            <a:r>
              <a:rPr lang="hu-HU" sz="1200" dirty="0">
                <a:latin typeface="Monospac821 BT" panose="020B0609020202020204" pitchFamily="49" charset="0"/>
              </a:rPr>
              <a:t>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spirit_box</a:t>
            </a:r>
            <a:r>
              <a:rPr lang="hu-HU" sz="1200" dirty="0">
                <a:latin typeface="Monospac821 BT" panose="020B0609020202020204" pitchFamily="49" charset="0"/>
              </a:rPr>
              <a:t>"&gt;</a:t>
            </a:r>
            <a:r>
              <a:rPr lang="hu-HU" sz="1200" dirty="0" err="1">
                <a:latin typeface="Monospac821 BT" panose="020B0609020202020204" pitchFamily="49" charset="0"/>
              </a:rPr>
              <a:t>Spirit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Box</a:t>
            </a:r>
            <a:r>
              <a:rPr lang="hu-HU" sz="1200" dirty="0">
                <a:latin typeface="Monospac821 BT" panose="020B0609020202020204" pitchFamily="49" charset="0"/>
              </a:rPr>
              <a:t>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freezing</a:t>
            </a:r>
            <a:r>
              <a:rPr lang="hu-HU" sz="1200" dirty="0">
                <a:latin typeface="Monospac821 BT" panose="020B0609020202020204" pitchFamily="49" charset="0"/>
              </a:rPr>
              <a:t>"&gt;</a:t>
            </a:r>
            <a:r>
              <a:rPr lang="hu-HU" sz="1200" dirty="0" err="1">
                <a:latin typeface="Monospac821 BT" panose="020B0609020202020204" pitchFamily="49" charset="0"/>
              </a:rPr>
              <a:t>Freezing</a:t>
            </a:r>
            <a:r>
              <a:rPr lang="hu-HU" sz="1200" dirty="0">
                <a:latin typeface="Monospac821 BT" panose="020B0609020202020204" pitchFamily="49" charset="0"/>
              </a:rPr>
              <a:t>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orb</a:t>
            </a:r>
            <a:r>
              <a:rPr lang="hu-HU" sz="1200" dirty="0">
                <a:latin typeface="Monospac821 BT" panose="020B0609020202020204" pitchFamily="49" charset="0"/>
              </a:rPr>
              <a:t>"&gt;</a:t>
            </a:r>
            <a:r>
              <a:rPr lang="hu-HU" sz="1200" dirty="0" err="1">
                <a:latin typeface="Monospac821 BT" panose="020B0609020202020204" pitchFamily="49" charset="0"/>
              </a:rPr>
              <a:t>Ghost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Orb</a:t>
            </a:r>
            <a:r>
              <a:rPr lang="hu-HU" sz="1200" dirty="0">
                <a:latin typeface="Monospac821 BT" panose="020B0609020202020204" pitchFamily="49" charset="0"/>
              </a:rPr>
              <a:t>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writing</a:t>
            </a:r>
            <a:r>
              <a:rPr lang="hu-HU" sz="1200" dirty="0">
                <a:latin typeface="Monospac821 BT" panose="020B0609020202020204" pitchFamily="49" charset="0"/>
              </a:rPr>
              <a:t>"&gt;</a:t>
            </a:r>
            <a:r>
              <a:rPr lang="hu-HU" sz="1200" dirty="0" err="1">
                <a:latin typeface="Monospac821 BT" panose="020B0609020202020204" pitchFamily="49" charset="0"/>
              </a:rPr>
              <a:t>Writing</a:t>
            </a:r>
            <a:r>
              <a:rPr lang="hu-HU" sz="1200" dirty="0">
                <a:latin typeface="Monospac821 BT" panose="020B0609020202020204" pitchFamily="49" charset="0"/>
              </a:rPr>
              <a:t>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 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 </a:t>
            </a:r>
            <a:r>
              <a:rPr lang="hu-HU" sz="1200" dirty="0" err="1">
                <a:latin typeface="Monospac821 BT" panose="020B0609020202020204" pitchFamily="49" charset="0"/>
              </a:rPr>
              <a:t>data</a:t>
            </a:r>
            <a:r>
              <a:rPr lang="hu-HU" sz="1200" dirty="0">
                <a:latin typeface="Monospac821 BT" panose="020B0609020202020204" pitchFamily="49" charset="0"/>
              </a:rPr>
              <a:t>-filter="</a:t>
            </a:r>
            <a:r>
              <a:rPr lang="hu-HU" sz="1200" dirty="0" err="1">
                <a:latin typeface="Monospac821 BT" panose="020B0609020202020204" pitchFamily="49" charset="0"/>
              </a:rPr>
              <a:t>dots</a:t>
            </a:r>
            <a:r>
              <a:rPr lang="hu-HU" sz="1200" dirty="0">
                <a:latin typeface="Monospac821 BT" panose="020B0609020202020204" pitchFamily="49" charset="0"/>
              </a:rPr>
              <a:t>"&gt;DOTS&lt;/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>
                <a:latin typeface="Monospac821 BT" panose="020B0609020202020204" pitchFamily="49" charset="0"/>
              </a:rPr>
              <a:t>    &lt;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class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 </a:t>
            </a:r>
            <a:r>
              <a:rPr lang="hu-HU" sz="1200" dirty="0" err="1">
                <a:latin typeface="Monospac821 BT" panose="020B0609020202020204" pitchFamily="49" charset="0"/>
              </a:rPr>
              <a:t>btn-danger</a:t>
            </a:r>
            <a:r>
              <a:rPr lang="hu-HU" sz="1200" dirty="0">
                <a:latin typeface="Monospac821 BT" panose="020B0609020202020204" pitchFamily="49" charset="0"/>
              </a:rPr>
              <a:t> ms-3" </a:t>
            </a:r>
            <a:r>
              <a:rPr lang="hu-HU" sz="1200" dirty="0" err="1">
                <a:latin typeface="Monospac821 BT" panose="020B0609020202020204" pitchFamily="49" charset="0"/>
              </a:rPr>
              <a:t>id</a:t>
            </a:r>
            <a:r>
              <a:rPr lang="hu-HU" sz="1200" dirty="0">
                <a:latin typeface="Monospac821 BT" panose="020B0609020202020204" pitchFamily="49" charset="0"/>
              </a:rPr>
              <a:t>="</a:t>
            </a:r>
            <a:r>
              <a:rPr lang="hu-HU" sz="1200" dirty="0" err="1">
                <a:latin typeface="Monospac821 BT" panose="020B0609020202020204" pitchFamily="49" charset="0"/>
              </a:rPr>
              <a:t>resetFilter</a:t>
            </a:r>
            <a:r>
              <a:rPr lang="hu-HU" sz="1200" dirty="0">
                <a:latin typeface="Monospac821 BT" panose="020B0609020202020204" pitchFamily="49" charset="0"/>
              </a:rPr>
              <a:t>"&gt;Összes&lt;/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&gt;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>
                <a:latin typeface="Monospac821 BT" panose="020B0609020202020204" pitchFamily="49" charset="0"/>
              </a:rPr>
              <a:t>&lt;/div&gt;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FF9D4819-8761-474F-B55C-D968C9FC223D}"/>
              </a:ext>
            </a:extLst>
          </p:cNvPr>
          <p:cNvSpPr txBox="1"/>
          <p:nvPr/>
        </p:nvSpPr>
        <p:spPr>
          <a:xfrm>
            <a:off x="7483876" y="1030892"/>
            <a:ext cx="33683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Minden egyes nyomógomb egy adott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(bizonyíték) – ért felel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1276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>
            <a:extLst>
              <a:ext uri="{FF2B5EF4-FFF2-40B4-BE49-F238E27FC236}">
                <a16:creationId xmlns:a16="http://schemas.microsoft.com/office/drawing/2014/main" id="{A380262F-8C9A-4ACF-9766-4BB046BFD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56" y="1928349"/>
            <a:ext cx="2897411" cy="669708"/>
          </a:xfrm>
        </p:spPr>
        <p:txBody>
          <a:bodyPr>
            <a:noAutofit/>
          </a:bodyPr>
          <a:lstStyle/>
          <a:p>
            <a:r>
              <a:rPr lang="hu-HU" sz="3200" b="1" dirty="0"/>
              <a:t>Nyomógombok</a:t>
            </a: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2F31512E-B551-4349-852F-DD3A1FF0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5" y="279714"/>
            <a:ext cx="3949307" cy="138269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sz="4000" u="sng" dirty="0"/>
              <a:t>Demonok.html</a:t>
            </a:r>
            <a:br>
              <a:rPr lang="hu-HU" dirty="0"/>
            </a:br>
            <a:r>
              <a:rPr lang="hu-HU" sz="2400" dirty="0"/>
              <a:t>Készítette:</a:t>
            </a:r>
            <a:br>
              <a:rPr lang="hu-HU" sz="2400" dirty="0"/>
            </a:br>
            <a:r>
              <a:rPr lang="hu-HU" sz="2400" dirty="0"/>
              <a:t>Konyári Botond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6E6684-46CA-4F1B-8DB6-D34D4F4FE28B}"/>
              </a:ext>
            </a:extLst>
          </p:cNvPr>
          <p:cNvSpPr txBox="1"/>
          <p:nvPr/>
        </p:nvSpPr>
        <p:spPr>
          <a:xfrm>
            <a:off x="419698" y="2373961"/>
            <a:ext cx="336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Script (1)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85943A9-DFFA-48AE-96FA-7262C2D863EE}"/>
              </a:ext>
            </a:extLst>
          </p:cNvPr>
          <p:cNvSpPr txBox="1"/>
          <p:nvPr/>
        </p:nvSpPr>
        <p:spPr>
          <a:xfrm>
            <a:off x="4945776" y="982230"/>
            <a:ext cx="602793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latin typeface="Monospac821 BT" panose="020B0609020202020204" pitchFamily="49" charset="0"/>
              </a:rPr>
              <a:t>&lt;script&gt;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const </a:t>
            </a:r>
            <a:r>
              <a:rPr lang="hu-HU" sz="1200" dirty="0" err="1">
                <a:latin typeface="Monospac821 BT" panose="020B0609020202020204" pitchFamily="49" charset="0"/>
              </a:rPr>
              <a:t>buttons</a:t>
            </a:r>
            <a:r>
              <a:rPr lang="hu-HU" sz="1200" dirty="0">
                <a:latin typeface="Monospac821 BT" panose="020B0609020202020204" pitchFamily="49" charset="0"/>
              </a:rPr>
              <a:t> = </a:t>
            </a:r>
            <a:r>
              <a:rPr lang="hu-HU" sz="1200" dirty="0" err="1">
                <a:latin typeface="Monospac821 BT" panose="020B0609020202020204" pitchFamily="49" charset="0"/>
              </a:rPr>
              <a:t>document.querySelectorAll</a:t>
            </a:r>
            <a:r>
              <a:rPr lang="hu-HU" sz="1200" dirty="0">
                <a:latin typeface="Monospac821 BT" panose="020B0609020202020204" pitchFamily="49" charset="0"/>
              </a:rPr>
              <a:t>(".filter-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const </a:t>
            </a:r>
            <a:r>
              <a:rPr lang="hu-HU" sz="1200" dirty="0" err="1">
                <a:latin typeface="Monospac821 BT" panose="020B0609020202020204" pitchFamily="49" charset="0"/>
              </a:rPr>
              <a:t>cards</a:t>
            </a:r>
            <a:r>
              <a:rPr lang="hu-HU" sz="1200" dirty="0">
                <a:latin typeface="Monospac821 BT" panose="020B0609020202020204" pitchFamily="49" charset="0"/>
              </a:rPr>
              <a:t> = </a:t>
            </a:r>
            <a:r>
              <a:rPr lang="hu-HU" sz="1200" dirty="0" err="1">
                <a:latin typeface="Monospac821 BT" panose="020B0609020202020204" pitchFamily="49" charset="0"/>
              </a:rPr>
              <a:t>document.querySelectorAll</a:t>
            </a:r>
            <a:r>
              <a:rPr lang="hu-HU" sz="1200" dirty="0">
                <a:latin typeface="Monospac821 BT" panose="020B0609020202020204" pitchFamily="49" charset="0"/>
              </a:rPr>
              <a:t>(".</a:t>
            </a:r>
            <a:r>
              <a:rPr lang="hu-HU" sz="1200" dirty="0" err="1">
                <a:latin typeface="Monospac821 BT" panose="020B0609020202020204" pitchFamily="49" charset="0"/>
              </a:rPr>
              <a:t>ghost-card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const </a:t>
            </a:r>
            <a:r>
              <a:rPr lang="hu-HU" sz="1200" dirty="0" err="1">
                <a:latin typeface="Monospac821 BT" panose="020B0609020202020204" pitchFamily="49" charset="0"/>
              </a:rPr>
              <a:t>resetBtn</a:t>
            </a:r>
            <a:r>
              <a:rPr lang="hu-HU" sz="1200" dirty="0">
                <a:latin typeface="Monospac821 BT" panose="020B0609020202020204" pitchFamily="49" charset="0"/>
              </a:rPr>
              <a:t> = </a:t>
            </a:r>
            <a:r>
              <a:rPr lang="hu-HU" sz="1200" dirty="0" err="1">
                <a:latin typeface="Monospac821 BT" panose="020B0609020202020204" pitchFamily="49" charset="0"/>
              </a:rPr>
              <a:t>document.getElementById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resetFilter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 err="1">
                <a:latin typeface="Monospac821 BT" panose="020B0609020202020204" pitchFamily="49" charset="0"/>
              </a:rPr>
              <a:t>buttons.forEach</a:t>
            </a:r>
            <a:r>
              <a:rPr lang="hu-HU" sz="1200" dirty="0">
                <a:latin typeface="Monospac821 BT" panose="020B0609020202020204" pitchFamily="49" charset="0"/>
              </a:rPr>
              <a:t>(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=&gt; {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</a:t>
            </a:r>
            <a:r>
              <a:rPr lang="hu-HU" sz="1200" dirty="0" err="1">
                <a:latin typeface="Monospac821 BT" panose="020B0609020202020204" pitchFamily="49" charset="0"/>
              </a:rPr>
              <a:t>button.addEventListener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click</a:t>
            </a:r>
            <a:r>
              <a:rPr lang="hu-HU" sz="1200" dirty="0">
                <a:latin typeface="Monospac821 BT" panose="020B0609020202020204" pitchFamily="49" charset="0"/>
              </a:rPr>
              <a:t>", () =&gt; {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// Aktív állapot váltás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button.classList.toggle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active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button.classList.toggle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btn-danger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button.classList.toggle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applyFilters</a:t>
            </a:r>
            <a:r>
              <a:rPr lang="hu-HU" sz="1200" dirty="0">
                <a:latin typeface="Monospac821 BT" panose="020B0609020202020204" pitchFamily="49" charset="0"/>
              </a:rPr>
              <a:t>();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});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});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291827B-F8E4-4FAE-B689-C7B68A45CDAE}"/>
              </a:ext>
            </a:extLst>
          </p:cNvPr>
          <p:cNvSpPr txBox="1"/>
          <p:nvPr/>
        </p:nvSpPr>
        <p:spPr>
          <a:xfrm>
            <a:off x="353341" y="3043669"/>
            <a:ext cx="368423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script elején kiválasztjuk 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.filter-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class-al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rendelkező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button-okat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(gomb)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.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ghost-card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class-al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rendelkező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card-okat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(kártya)</a:t>
            </a:r>
          </a:p>
        </p:txBody>
      </p:sp>
    </p:spTree>
    <p:extLst>
      <p:ext uri="{BB962C8B-B14F-4D97-AF65-F5344CB8AC3E}">
        <p14:creationId xmlns:p14="http://schemas.microsoft.com/office/powerpoint/2010/main" val="388982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>
            <a:extLst>
              <a:ext uri="{FF2B5EF4-FFF2-40B4-BE49-F238E27FC236}">
                <a16:creationId xmlns:a16="http://schemas.microsoft.com/office/drawing/2014/main" id="{A380262F-8C9A-4ACF-9766-4BB046BFD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56" y="1928349"/>
            <a:ext cx="2897411" cy="669708"/>
          </a:xfrm>
        </p:spPr>
        <p:txBody>
          <a:bodyPr>
            <a:noAutofit/>
          </a:bodyPr>
          <a:lstStyle/>
          <a:p>
            <a:r>
              <a:rPr lang="hu-HU" sz="3200" b="1" dirty="0"/>
              <a:t>Nyomógombok</a:t>
            </a: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2F31512E-B551-4349-852F-DD3A1FF0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5" y="279714"/>
            <a:ext cx="3949307" cy="138269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sz="4000" u="sng" dirty="0"/>
              <a:t>Demonok.html</a:t>
            </a:r>
            <a:br>
              <a:rPr lang="hu-HU" dirty="0"/>
            </a:br>
            <a:r>
              <a:rPr lang="hu-HU" sz="2400" dirty="0"/>
              <a:t>Készítette:</a:t>
            </a:r>
            <a:br>
              <a:rPr lang="hu-HU" sz="2400" dirty="0"/>
            </a:br>
            <a:r>
              <a:rPr lang="hu-HU" sz="2400" dirty="0"/>
              <a:t>Konyári Botond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6E6684-46CA-4F1B-8DB6-D34D4F4FE28B}"/>
              </a:ext>
            </a:extLst>
          </p:cNvPr>
          <p:cNvSpPr txBox="1"/>
          <p:nvPr/>
        </p:nvSpPr>
        <p:spPr>
          <a:xfrm>
            <a:off x="419698" y="2373961"/>
            <a:ext cx="336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Script (1)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85943A9-DFFA-48AE-96FA-7262C2D863EE}"/>
              </a:ext>
            </a:extLst>
          </p:cNvPr>
          <p:cNvSpPr txBox="1"/>
          <p:nvPr/>
        </p:nvSpPr>
        <p:spPr>
          <a:xfrm>
            <a:off x="4945776" y="982230"/>
            <a:ext cx="602793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>
                <a:latin typeface="Monospac821 BT" panose="020B0609020202020204" pitchFamily="49" charset="0"/>
              </a:rPr>
              <a:t>&lt;script&gt;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const </a:t>
            </a:r>
            <a:r>
              <a:rPr lang="hu-HU" sz="1200" dirty="0" err="1">
                <a:latin typeface="Monospac821 BT" panose="020B0609020202020204" pitchFamily="49" charset="0"/>
              </a:rPr>
              <a:t>buttons</a:t>
            </a:r>
            <a:r>
              <a:rPr lang="hu-HU" sz="1200" dirty="0">
                <a:latin typeface="Monospac821 BT" panose="020B0609020202020204" pitchFamily="49" charset="0"/>
              </a:rPr>
              <a:t> = </a:t>
            </a:r>
            <a:r>
              <a:rPr lang="hu-HU" sz="1200" dirty="0" err="1">
                <a:latin typeface="Monospac821 BT" panose="020B0609020202020204" pitchFamily="49" charset="0"/>
              </a:rPr>
              <a:t>document.querySelectorAll</a:t>
            </a:r>
            <a:r>
              <a:rPr lang="hu-HU" sz="1200" dirty="0">
                <a:latin typeface="Monospac821 BT" panose="020B0609020202020204" pitchFamily="49" charset="0"/>
              </a:rPr>
              <a:t>(".filter-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const </a:t>
            </a:r>
            <a:r>
              <a:rPr lang="hu-HU" sz="1200" dirty="0" err="1">
                <a:latin typeface="Monospac821 BT" panose="020B0609020202020204" pitchFamily="49" charset="0"/>
              </a:rPr>
              <a:t>cards</a:t>
            </a:r>
            <a:r>
              <a:rPr lang="hu-HU" sz="1200" dirty="0">
                <a:latin typeface="Monospac821 BT" panose="020B0609020202020204" pitchFamily="49" charset="0"/>
              </a:rPr>
              <a:t> = </a:t>
            </a:r>
            <a:r>
              <a:rPr lang="hu-HU" sz="1200" dirty="0" err="1">
                <a:latin typeface="Monospac821 BT" panose="020B0609020202020204" pitchFamily="49" charset="0"/>
              </a:rPr>
              <a:t>document.querySelectorAll</a:t>
            </a:r>
            <a:r>
              <a:rPr lang="hu-HU" sz="1200" dirty="0">
                <a:latin typeface="Monospac821 BT" panose="020B0609020202020204" pitchFamily="49" charset="0"/>
              </a:rPr>
              <a:t>(".</a:t>
            </a:r>
            <a:r>
              <a:rPr lang="hu-HU" sz="1200" dirty="0" err="1">
                <a:latin typeface="Monospac821 BT" panose="020B0609020202020204" pitchFamily="49" charset="0"/>
              </a:rPr>
              <a:t>ghost-card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const </a:t>
            </a:r>
            <a:r>
              <a:rPr lang="hu-HU" sz="1200" dirty="0" err="1">
                <a:latin typeface="Monospac821 BT" panose="020B0609020202020204" pitchFamily="49" charset="0"/>
              </a:rPr>
              <a:t>resetBtn</a:t>
            </a:r>
            <a:r>
              <a:rPr lang="hu-HU" sz="1200" dirty="0">
                <a:latin typeface="Monospac821 BT" panose="020B0609020202020204" pitchFamily="49" charset="0"/>
              </a:rPr>
              <a:t> = </a:t>
            </a:r>
            <a:r>
              <a:rPr lang="hu-HU" sz="1200" dirty="0" err="1">
                <a:latin typeface="Monospac821 BT" panose="020B0609020202020204" pitchFamily="49" charset="0"/>
              </a:rPr>
              <a:t>document.getElementById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resetFilter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 err="1">
                <a:latin typeface="Monospac821 BT" panose="020B0609020202020204" pitchFamily="49" charset="0"/>
              </a:rPr>
              <a:t>buttons.forEach</a:t>
            </a:r>
            <a:r>
              <a:rPr lang="hu-HU" sz="1200" dirty="0">
                <a:latin typeface="Monospac821 BT" panose="020B0609020202020204" pitchFamily="49" charset="0"/>
              </a:rPr>
              <a:t>(</a:t>
            </a:r>
            <a:r>
              <a:rPr lang="hu-HU" sz="1200" dirty="0" err="1">
                <a:latin typeface="Monospac821 BT" panose="020B0609020202020204" pitchFamily="49" charset="0"/>
              </a:rPr>
              <a:t>button</a:t>
            </a:r>
            <a:r>
              <a:rPr lang="hu-HU" sz="1200" dirty="0">
                <a:latin typeface="Monospac821 BT" panose="020B0609020202020204" pitchFamily="49" charset="0"/>
              </a:rPr>
              <a:t> =&gt; {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</a:t>
            </a:r>
            <a:r>
              <a:rPr lang="hu-HU" sz="1200" dirty="0" err="1">
                <a:latin typeface="Monospac821 BT" panose="020B0609020202020204" pitchFamily="49" charset="0"/>
              </a:rPr>
              <a:t>button.addEventListener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click</a:t>
            </a:r>
            <a:r>
              <a:rPr lang="hu-HU" sz="1200" dirty="0">
                <a:latin typeface="Monospac821 BT" panose="020B0609020202020204" pitchFamily="49" charset="0"/>
              </a:rPr>
              <a:t>", () =&gt; {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// Aktív állapot váltás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button.classList.toggle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active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button.classList.toggle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btn-danger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button.classList.toggle</a:t>
            </a:r>
            <a:r>
              <a:rPr lang="hu-HU" sz="1200" dirty="0">
                <a:latin typeface="Monospac821 BT" panose="020B0609020202020204" pitchFamily="49" charset="0"/>
              </a:rPr>
              <a:t>("</a:t>
            </a:r>
            <a:r>
              <a:rPr lang="hu-HU" sz="1200" dirty="0" err="1">
                <a:latin typeface="Monospac821 BT" panose="020B0609020202020204" pitchFamily="49" charset="0"/>
              </a:rPr>
              <a:t>btn</a:t>
            </a:r>
            <a:r>
              <a:rPr lang="hu-HU" sz="1200" dirty="0">
                <a:latin typeface="Monospac821 BT" panose="020B0609020202020204" pitchFamily="49" charset="0"/>
              </a:rPr>
              <a:t>-outline-</a:t>
            </a:r>
            <a:r>
              <a:rPr lang="hu-HU" sz="1200" dirty="0" err="1">
                <a:latin typeface="Monospac821 BT" panose="020B0609020202020204" pitchFamily="49" charset="0"/>
              </a:rPr>
              <a:t>danger</a:t>
            </a:r>
            <a:r>
              <a:rPr lang="hu-HU" sz="1200" dirty="0">
                <a:latin typeface="Monospac821 BT" panose="020B0609020202020204" pitchFamily="49" charset="0"/>
              </a:rPr>
              <a:t>");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  <a:p>
            <a:r>
              <a:rPr lang="hu-HU" sz="1200" dirty="0">
                <a:latin typeface="Monospac821 BT" panose="020B0609020202020204" pitchFamily="49" charset="0"/>
              </a:rPr>
              <a:t>        </a:t>
            </a:r>
            <a:r>
              <a:rPr lang="hu-HU" sz="1200" dirty="0" err="1">
                <a:latin typeface="Monospac821 BT" panose="020B0609020202020204" pitchFamily="49" charset="0"/>
              </a:rPr>
              <a:t>applyFilters</a:t>
            </a:r>
            <a:r>
              <a:rPr lang="hu-HU" sz="1200" dirty="0">
                <a:latin typeface="Monospac821 BT" panose="020B0609020202020204" pitchFamily="49" charset="0"/>
              </a:rPr>
              <a:t>();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    });</a:t>
            </a:r>
          </a:p>
          <a:p>
            <a:r>
              <a:rPr lang="hu-HU" sz="1200" dirty="0">
                <a:latin typeface="Monospac821 BT" panose="020B0609020202020204" pitchFamily="49" charset="0"/>
              </a:rPr>
              <a:t>});</a:t>
            </a:r>
          </a:p>
          <a:p>
            <a:endParaRPr lang="hu-HU" sz="1200" dirty="0">
              <a:latin typeface="Monospac821 BT" panose="020B0609020202020204" pitchFamily="49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291827B-F8E4-4FAE-B689-C7B68A45CDAE}"/>
              </a:ext>
            </a:extLst>
          </p:cNvPr>
          <p:cNvSpPr txBox="1"/>
          <p:nvPr/>
        </p:nvSpPr>
        <p:spPr>
          <a:xfrm>
            <a:off x="353342" y="3043669"/>
            <a:ext cx="42896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Minden gombot külön megvizsgálunk és amivel ,,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,, történt (magyarul  rányomtunk) az kap egy aktív állapotot (3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class-al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1400" dirty="0" err="1">
                <a:latin typeface="Monospac821 BT" panose="020B0609020202020204" pitchFamily="49" charset="0"/>
              </a:rPr>
              <a:t>active</a:t>
            </a:r>
            <a:r>
              <a:rPr lang="hu-HU" sz="1400" dirty="0">
                <a:latin typeface="Monospac821 BT" panose="020B0609020202020204" pitchFamily="49" charset="0"/>
              </a:rPr>
              <a:t>-</a:t>
            </a:r>
            <a:r>
              <a:rPr lang="hu-HU" sz="1400" dirty="0" err="1">
                <a:latin typeface="Monospac821 BT" panose="020B0609020202020204" pitchFamily="49" charset="0"/>
              </a:rPr>
              <a:t>btn</a:t>
            </a:r>
            <a:r>
              <a:rPr lang="hu-HU" sz="1400" dirty="0">
                <a:latin typeface="Monospac821 BT" panose="020B0609020202020204" pitchFamily="49" charset="0"/>
              </a:rPr>
              <a:t>-</a:t>
            </a:r>
            <a:r>
              <a:rPr lang="hu-HU" sz="1400" dirty="0" err="1">
                <a:latin typeface="Monospac821 BT" panose="020B0609020202020204" pitchFamily="49" charset="0"/>
              </a:rPr>
              <a:t>danger</a:t>
            </a:r>
            <a:r>
              <a:rPr lang="hu-HU" sz="1400" dirty="0">
                <a:latin typeface="Monospac821 BT" panose="020B0609020202020204" pitchFamily="49" charset="0"/>
              </a:rPr>
              <a:t>-</a:t>
            </a:r>
            <a:r>
              <a:rPr lang="hu-HU" sz="1400" dirty="0" err="1">
                <a:latin typeface="Monospac821 BT" panose="020B0609020202020204" pitchFamily="49" charset="0"/>
              </a:rPr>
              <a:t>btn</a:t>
            </a:r>
            <a:r>
              <a:rPr lang="hu-HU" sz="1400" dirty="0">
                <a:latin typeface="Monospac821 BT" panose="020B0609020202020204" pitchFamily="49" charset="0"/>
              </a:rPr>
              <a:t>-outline-</a:t>
            </a:r>
            <a:r>
              <a:rPr lang="hu-HU" sz="1400" dirty="0" err="1">
                <a:latin typeface="Monospac821 BT" panose="020B0609020202020204" pitchFamily="49" charset="0"/>
              </a:rPr>
              <a:t>danger</a:t>
            </a:r>
            <a:endParaRPr lang="hu-H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425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>
            <a:extLst>
              <a:ext uri="{FF2B5EF4-FFF2-40B4-BE49-F238E27FC236}">
                <a16:creationId xmlns:a16="http://schemas.microsoft.com/office/drawing/2014/main" id="{A380262F-8C9A-4ACF-9766-4BB046BFD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56" y="1928349"/>
            <a:ext cx="2897411" cy="669708"/>
          </a:xfrm>
        </p:spPr>
        <p:txBody>
          <a:bodyPr>
            <a:noAutofit/>
          </a:bodyPr>
          <a:lstStyle/>
          <a:p>
            <a:r>
              <a:rPr lang="hu-HU" sz="3200" b="1" dirty="0"/>
              <a:t>Nyomógombok</a:t>
            </a: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2F31512E-B551-4349-852F-DD3A1FF0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5" y="279714"/>
            <a:ext cx="3949307" cy="138269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sz="4000" u="sng" dirty="0"/>
              <a:t>Demonok.html</a:t>
            </a:r>
            <a:br>
              <a:rPr lang="hu-HU" dirty="0"/>
            </a:br>
            <a:r>
              <a:rPr lang="hu-HU" sz="2400" dirty="0"/>
              <a:t>Készítette:</a:t>
            </a:r>
            <a:br>
              <a:rPr lang="hu-HU" sz="2400" dirty="0"/>
            </a:br>
            <a:r>
              <a:rPr lang="hu-HU" sz="2400" dirty="0"/>
              <a:t>Konyári Botond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6E6684-46CA-4F1B-8DB6-D34D4F4FE28B}"/>
              </a:ext>
            </a:extLst>
          </p:cNvPr>
          <p:cNvSpPr txBox="1"/>
          <p:nvPr/>
        </p:nvSpPr>
        <p:spPr>
          <a:xfrm>
            <a:off x="419698" y="2373961"/>
            <a:ext cx="336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Script (2)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85943A9-DFFA-48AE-96FA-7262C2D863EE}"/>
              </a:ext>
            </a:extLst>
          </p:cNvPr>
          <p:cNvSpPr txBox="1"/>
          <p:nvPr/>
        </p:nvSpPr>
        <p:spPr>
          <a:xfrm>
            <a:off x="4936898" y="192117"/>
            <a:ext cx="6027937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100" dirty="0" err="1">
                <a:latin typeface="Monospac821 BT" panose="020B0609020202020204" pitchFamily="49" charset="0"/>
              </a:rPr>
              <a:t>function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applyFilters</a:t>
            </a:r>
            <a:r>
              <a:rPr lang="hu-HU" sz="1100" dirty="0">
                <a:latin typeface="Monospac821 BT" panose="020B0609020202020204" pitchFamily="49" charset="0"/>
              </a:rPr>
              <a:t>()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const </a:t>
            </a:r>
            <a:r>
              <a:rPr lang="hu-HU" sz="1100" dirty="0" err="1">
                <a:latin typeface="Monospac821 BT" panose="020B0609020202020204" pitchFamily="49" charset="0"/>
              </a:rPr>
              <a:t>activeFilters</a:t>
            </a:r>
            <a:r>
              <a:rPr lang="hu-HU" sz="1100" dirty="0">
                <a:latin typeface="Monospac821 BT" panose="020B0609020202020204" pitchFamily="49" charset="0"/>
              </a:rPr>
              <a:t> = </a:t>
            </a:r>
            <a:r>
              <a:rPr lang="hu-HU" sz="1100" dirty="0" err="1">
                <a:latin typeface="Monospac821 BT" panose="020B0609020202020204" pitchFamily="49" charset="0"/>
              </a:rPr>
              <a:t>Array.from</a:t>
            </a:r>
            <a:r>
              <a:rPr lang="hu-HU" sz="1100" dirty="0">
                <a:latin typeface="Monospac821 BT" panose="020B0609020202020204" pitchFamily="49" charset="0"/>
              </a:rPr>
              <a:t>(</a:t>
            </a:r>
            <a:r>
              <a:rPr lang="hu-HU" sz="1100" dirty="0" err="1">
                <a:latin typeface="Monospac821 BT" panose="020B0609020202020204" pitchFamily="49" charset="0"/>
              </a:rPr>
              <a:t>document.querySelectorAll</a:t>
            </a:r>
            <a:r>
              <a:rPr lang="hu-HU" sz="1100" dirty="0">
                <a:latin typeface="Monospac821 BT" panose="020B0609020202020204" pitchFamily="49" charset="0"/>
              </a:rPr>
              <a:t>(".filter-</a:t>
            </a:r>
            <a:r>
              <a:rPr lang="hu-HU" sz="1100" dirty="0" err="1">
                <a:latin typeface="Monospac821 BT" panose="020B0609020202020204" pitchFamily="49" charset="0"/>
              </a:rPr>
              <a:t>btn.active</a:t>
            </a:r>
            <a:r>
              <a:rPr lang="hu-HU" sz="1100" dirty="0">
                <a:latin typeface="Monospac821 BT" panose="020B0609020202020204" pitchFamily="49" charset="0"/>
              </a:rPr>
              <a:t>"))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.map(</a:t>
            </a:r>
            <a:r>
              <a:rPr lang="hu-HU" sz="1100" dirty="0" err="1">
                <a:latin typeface="Monospac821 BT" panose="020B0609020202020204" pitchFamily="49" charset="0"/>
              </a:rPr>
              <a:t>btn</a:t>
            </a:r>
            <a:r>
              <a:rPr lang="hu-HU" sz="1100" dirty="0">
                <a:latin typeface="Monospac821 BT" panose="020B0609020202020204" pitchFamily="49" charset="0"/>
              </a:rPr>
              <a:t> =&gt; </a:t>
            </a:r>
            <a:r>
              <a:rPr lang="hu-HU" sz="1100" dirty="0" err="1">
                <a:latin typeface="Monospac821 BT" panose="020B0609020202020204" pitchFamily="49" charset="0"/>
              </a:rPr>
              <a:t>btn.getAttribute</a:t>
            </a:r>
            <a:r>
              <a:rPr lang="hu-HU" sz="1100" dirty="0">
                <a:latin typeface="Monospac821 BT" panose="020B0609020202020204" pitchFamily="49" charset="0"/>
              </a:rPr>
              <a:t>("</a:t>
            </a:r>
            <a:r>
              <a:rPr lang="hu-HU" sz="1100" dirty="0" err="1">
                <a:latin typeface="Monospac821 BT" panose="020B0609020202020204" pitchFamily="49" charset="0"/>
              </a:rPr>
              <a:t>data</a:t>
            </a:r>
            <a:r>
              <a:rPr lang="hu-HU" sz="1100" dirty="0">
                <a:latin typeface="Monospac821 BT" panose="020B0609020202020204" pitchFamily="49" charset="0"/>
              </a:rPr>
              <a:t>-filter"));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    </a:t>
            </a:r>
            <a:r>
              <a:rPr lang="hu-HU" sz="1100" dirty="0" err="1">
                <a:latin typeface="Monospac821 BT" panose="020B0609020202020204" pitchFamily="49" charset="0"/>
              </a:rPr>
              <a:t>cards.forEach</a:t>
            </a:r>
            <a:r>
              <a:rPr lang="hu-HU" sz="1100" dirty="0">
                <a:latin typeface="Monospac821 BT" panose="020B0609020202020204" pitchFamily="49" charset="0"/>
              </a:rPr>
              <a:t>(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 =&gt;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const </a:t>
            </a:r>
            <a:r>
              <a:rPr lang="hu-HU" sz="1100" dirty="0" err="1">
                <a:latin typeface="Monospac821 BT" panose="020B0609020202020204" pitchFamily="49" charset="0"/>
              </a:rPr>
              <a:t>evidences</a:t>
            </a:r>
            <a:r>
              <a:rPr lang="hu-HU" sz="1100" dirty="0">
                <a:latin typeface="Monospac821 BT" panose="020B0609020202020204" pitchFamily="49" charset="0"/>
              </a:rPr>
              <a:t> = </a:t>
            </a:r>
            <a:r>
              <a:rPr lang="hu-HU" sz="1100" dirty="0" err="1">
                <a:latin typeface="Monospac821 BT" panose="020B0609020202020204" pitchFamily="49" charset="0"/>
              </a:rPr>
              <a:t>card.getAttribute</a:t>
            </a:r>
            <a:r>
              <a:rPr lang="hu-HU" sz="1100" dirty="0">
                <a:latin typeface="Monospac821 BT" panose="020B0609020202020204" pitchFamily="49" charset="0"/>
              </a:rPr>
              <a:t>("</a:t>
            </a:r>
            <a:r>
              <a:rPr lang="hu-HU" sz="1100" dirty="0" err="1">
                <a:latin typeface="Monospac821 BT" panose="020B0609020202020204" pitchFamily="49" charset="0"/>
              </a:rPr>
              <a:t>data-evidence</a:t>
            </a:r>
            <a:r>
              <a:rPr lang="hu-HU" sz="1100" dirty="0">
                <a:latin typeface="Monospac821 BT" panose="020B0609020202020204" pitchFamily="49" charset="0"/>
              </a:rPr>
              <a:t>");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        const </a:t>
            </a:r>
            <a:r>
              <a:rPr lang="hu-HU" sz="1100" dirty="0" err="1">
                <a:latin typeface="Monospac821 BT" panose="020B0609020202020204" pitchFamily="49" charset="0"/>
              </a:rPr>
              <a:t>matches</a:t>
            </a:r>
            <a:r>
              <a:rPr lang="hu-HU" sz="1100" dirty="0">
                <a:latin typeface="Monospac821 BT" panose="020B0609020202020204" pitchFamily="49" charset="0"/>
              </a:rPr>
              <a:t> = </a:t>
            </a:r>
            <a:r>
              <a:rPr lang="hu-HU" sz="1100" dirty="0" err="1">
                <a:latin typeface="Monospac821 BT" panose="020B0609020202020204" pitchFamily="49" charset="0"/>
              </a:rPr>
              <a:t>activeFilters.every</a:t>
            </a:r>
            <a:r>
              <a:rPr lang="hu-HU" sz="1100" dirty="0">
                <a:latin typeface="Monospac821 BT" panose="020B0609020202020204" pitchFamily="49" charset="0"/>
              </a:rPr>
              <a:t>(filter =&gt;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</a:t>
            </a:r>
            <a:r>
              <a:rPr lang="hu-HU" sz="1100" dirty="0" err="1">
                <a:latin typeface="Monospac821 BT" panose="020B0609020202020204" pitchFamily="49" charset="0"/>
              </a:rPr>
              <a:t>evidences.includes</a:t>
            </a:r>
            <a:r>
              <a:rPr lang="hu-HU" sz="1100" dirty="0">
                <a:latin typeface="Monospac821 BT" panose="020B0609020202020204" pitchFamily="49" charset="0"/>
              </a:rPr>
              <a:t>(filter)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);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  <a:r>
              <a:rPr lang="hu-HU" sz="1100" dirty="0" err="1">
                <a:latin typeface="Monospac821 BT" panose="020B0609020202020204" pitchFamily="49" charset="0"/>
              </a:rPr>
              <a:t>if</a:t>
            </a:r>
            <a:r>
              <a:rPr lang="hu-HU" sz="1100" dirty="0">
                <a:latin typeface="Monospac821 BT" panose="020B0609020202020204" pitchFamily="49" charset="0"/>
              </a:rPr>
              <a:t> (</a:t>
            </a:r>
            <a:r>
              <a:rPr lang="hu-HU" sz="1100" dirty="0" err="1">
                <a:latin typeface="Monospac821 BT" panose="020B0609020202020204" pitchFamily="49" charset="0"/>
              </a:rPr>
              <a:t>activeFilters.length</a:t>
            </a:r>
            <a:r>
              <a:rPr lang="hu-HU" sz="1100" dirty="0">
                <a:latin typeface="Monospac821 BT" panose="020B0609020202020204" pitchFamily="49" charset="0"/>
              </a:rPr>
              <a:t> === 0 || </a:t>
            </a:r>
            <a:r>
              <a:rPr lang="hu-HU" sz="1100" dirty="0" err="1">
                <a:latin typeface="Monospac821 BT" panose="020B0609020202020204" pitchFamily="49" charset="0"/>
              </a:rPr>
              <a:t>matches</a:t>
            </a:r>
            <a:r>
              <a:rPr lang="hu-HU" sz="1100" dirty="0">
                <a:latin typeface="Monospac821 BT" panose="020B0609020202020204" pitchFamily="49" charset="0"/>
              </a:rPr>
              <a:t>)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</a:t>
            </a:r>
            <a:r>
              <a:rPr lang="hu-HU" sz="1100" dirty="0" err="1">
                <a:latin typeface="Monospac821 BT" panose="020B0609020202020204" pitchFamily="49" charset="0"/>
              </a:rPr>
              <a:t>card.style.display</a:t>
            </a:r>
            <a:r>
              <a:rPr lang="hu-HU" sz="1100" dirty="0">
                <a:latin typeface="Monospac821 BT" panose="020B0609020202020204" pitchFamily="49" charset="0"/>
              </a:rPr>
              <a:t> = "</a:t>
            </a:r>
            <a:r>
              <a:rPr lang="hu-HU" sz="1100" dirty="0" err="1">
                <a:latin typeface="Monospac821 BT" panose="020B0609020202020204" pitchFamily="49" charset="0"/>
              </a:rPr>
              <a:t>block</a:t>
            </a:r>
            <a:r>
              <a:rPr lang="hu-HU" sz="1100" dirty="0">
                <a:latin typeface="Monospac821 BT" panose="020B0609020202020204" pitchFamily="49" charset="0"/>
              </a:rPr>
              <a:t>";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} </a:t>
            </a:r>
            <a:r>
              <a:rPr lang="hu-HU" sz="1100" dirty="0" err="1">
                <a:latin typeface="Monospac821 BT" panose="020B0609020202020204" pitchFamily="49" charset="0"/>
              </a:rPr>
              <a:t>else</a:t>
            </a:r>
            <a:r>
              <a:rPr lang="hu-HU" sz="1100" dirty="0">
                <a:latin typeface="Monospac821 BT" panose="020B0609020202020204" pitchFamily="49" charset="0"/>
              </a:rPr>
              <a:t>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</a:t>
            </a:r>
            <a:r>
              <a:rPr lang="hu-HU" sz="1100" dirty="0" err="1">
                <a:latin typeface="Monospac821 BT" panose="020B0609020202020204" pitchFamily="49" charset="0"/>
              </a:rPr>
              <a:t>card.style.display</a:t>
            </a:r>
            <a:r>
              <a:rPr lang="hu-HU" sz="1100" dirty="0">
                <a:latin typeface="Monospac821 BT" panose="020B0609020202020204" pitchFamily="49" charset="0"/>
              </a:rPr>
              <a:t> = "</a:t>
            </a:r>
            <a:r>
              <a:rPr lang="hu-HU" sz="1100" dirty="0" err="1">
                <a:latin typeface="Monospac821 BT" panose="020B0609020202020204" pitchFamily="49" charset="0"/>
              </a:rPr>
              <a:t>none</a:t>
            </a:r>
            <a:r>
              <a:rPr lang="hu-HU" sz="1100" dirty="0">
                <a:latin typeface="Monospac821 BT" panose="020B0609020202020204" pitchFamily="49" charset="0"/>
              </a:rPr>
              <a:t>";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}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});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}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 err="1">
                <a:latin typeface="Monospac821 BT" panose="020B0609020202020204" pitchFamily="49" charset="0"/>
              </a:rPr>
              <a:t>resetBtn.addEventListener</a:t>
            </a:r>
            <a:r>
              <a:rPr lang="hu-HU" sz="1100" dirty="0">
                <a:latin typeface="Monospac821 BT" panose="020B0609020202020204" pitchFamily="49" charset="0"/>
              </a:rPr>
              <a:t>("</a:t>
            </a:r>
            <a:r>
              <a:rPr lang="hu-HU" sz="1100" dirty="0" err="1">
                <a:latin typeface="Monospac821 BT" panose="020B0609020202020204" pitchFamily="49" charset="0"/>
              </a:rPr>
              <a:t>click</a:t>
            </a:r>
            <a:r>
              <a:rPr lang="hu-HU" sz="1100" dirty="0">
                <a:latin typeface="Monospac821 BT" panose="020B0609020202020204" pitchFamily="49" charset="0"/>
              </a:rPr>
              <a:t>", () =&gt;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</a:t>
            </a:r>
            <a:r>
              <a:rPr lang="hu-HU" sz="1100" dirty="0" err="1">
                <a:latin typeface="Monospac821 BT" panose="020B0609020202020204" pitchFamily="49" charset="0"/>
              </a:rPr>
              <a:t>buttons.forEach</a:t>
            </a:r>
            <a:r>
              <a:rPr lang="hu-HU" sz="1100" dirty="0">
                <a:latin typeface="Monospac821 BT" panose="020B0609020202020204" pitchFamily="49" charset="0"/>
              </a:rPr>
              <a:t>(</a:t>
            </a:r>
            <a:r>
              <a:rPr lang="hu-HU" sz="1100" dirty="0" err="1">
                <a:latin typeface="Monospac821 BT" panose="020B0609020202020204" pitchFamily="49" charset="0"/>
              </a:rPr>
              <a:t>btn</a:t>
            </a:r>
            <a:r>
              <a:rPr lang="hu-HU" sz="1100" dirty="0">
                <a:latin typeface="Monospac821 BT" panose="020B0609020202020204" pitchFamily="49" charset="0"/>
              </a:rPr>
              <a:t> =&gt;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  <a:r>
              <a:rPr lang="hu-HU" sz="1100" dirty="0" err="1">
                <a:latin typeface="Monospac821 BT" panose="020B0609020202020204" pitchFamily="49" charset="0"/>
              </a:rPr>
              <a:t>btn.classList.remove</a:t>
            </a:r>
            <a:r>
              <a:rPr lang="hu-HU" sz="1100" dirty="0">
                <a:latin typeface="Monospac821 BT" panose="020B0609020202020204" pitchFamily="49" charset="0"/>
              </a:rPr>
              <a:t>("</a:t>
            </a:r>
            <a:r>
              <a:rPr lang="hu-HU" sz="1100" dirty="0" err="1">
                <a:latin typeface="Monospac821 BT" panose="020B0609020202020204" pitchFamily="49" charset="0"/>
              </a:rPr>
              <a:t>active</a:t>
            </a:r>
            <a:r>
              <a:rPr lang="hu-HU" sz="1100" dirty="0">
                <a:latin typeface="Monospac821 BT" panose="020B0609020202020204" pitchFamily="49" charset="0"/>
              </a:rPr>
              <a:t>", "</a:t>
            </a:r>
            <a:r>
              <a:rPr lang="hu-HU" sz="1100" dirty="0" err="1">
                <a:latin typeface="Monospac821 BT" panose="020B0609020202020204" pitchFamily="49" charset="0"/>
              </a:rPr>
              <a:t>btn-danger</a:t>
            </a:r>
            <a:r>
              <a:rPr lang="hu-HU" sz="11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  <a:r>
              <a:rPr lang="hu-HU" sz="1100" dirty="0" err="1">
                <a:latin typeface="Monospac821 BT" panose="020B0609020202020204" pitchFamily="49" charset="0"/>
              </a:rPr>
              <a:t>btn.classList.add</a:t>
            </a:r>
            <a:r>
              <a:rPr lang="hu-HU" sz="1100" dirty="0">
                <a:latin typeface="Monospac821 BT" panose="020B0609020202020204" pitchFamily="49" charset="0"/>
              </a:rPr>
              <a:t>("</a:t>
            </a:r>
            <a:r>
              <a:rPr lang="hu-HU" sz="1100" dirty="0" err="1">
                <a:latin typeface="Monospac821 BT" panose="020B0609020202020204" pitchFamily="49" charset="0"/>
              </a:rPr>
              <a:t>btn</a:t>
            </a:r>
            <a:r>
              <a:rPr lang="hu-HU" sz="1100" dirty="0">
                <a:latin typeface="Monospac821 BT" panose="020B0609020202020204" pitchFamily="49" charset="0"/>
              </a:rPr>
              <a:t>-outline-</a:t>
            </a:r>
            <a:r>
              <a:rPr lang="hu-HU" sz="1100" dirty="0" err="1">
                <a:latin typeface="Monospac821 BT" panose="020B0609020202020204" pitchFamily="49" charset="0"/>
              </a:rPr>
              <a:t>danger</a:t>
            </a:r>
            <a:r>
              <a:rPr lang="hu-HU" sz="1100" dirty="0">
                <a:latin typeface="Monospac821 BT" panose="020B0609020202020204" pitchFamily="49" charset="0"/>
              </a:rPr>
              <a:t>");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});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    </a:t>
            </a:r>
            <a:r>
              <a:rPr lang="hu-HU" sz="1100" dirty="0" err="1">
                <a:latin typeface="Monospac821 BT" panose="020B0609020202020204" pitchFamily="49" charset="0"/>
              </a:rPr>
              <a:t>cards.forEach</a:t>
            </a:r>
            <a:r>
              <a:rPr lang="hu-HU" sz="1100" dirty="0">
                <a:latin typeface="Monospac821 BT" panose="020B0609020202020204" pitchFamily="49" charset="0"/>
              </a:rPr>
              <a:t>(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 =&gt; {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  <a:r>
              <a:rPr lang="hu-HU" sz="1100" dirty="0" err="1">
                <a:latin typeface="Monospac821 BT" panose="020B0609020202020204" pitchFamily="49" charset="0"/>
              </a:rPr>
              <a:t>card.style.display</a:t>
            </a:r>
            <a:r>
              <a:rPr lang="hu-HU" sz="1100" dirty="0">
                <a:latin typeface="Monospac821 BT" panose="020B0609020202020204" pitchFamily="49" charset="0"/>
              </a:rPr>
              <a:t> = "</a:t>
            </a:r>
            <a:r>
              <a:rPr lang="hu-HU" sz="1100" dirty="0" err="1">
                <a:latin typeface="Monospac821 BT" panose="020B0609020202020204" pitchFamily="49" charset="0"/>
              </a:rPr>
              <a:t>block</a:t>
            </a:r>
            <a:r>
              <a:rPr lang="hu-HU" sz="1100" dirty="0">
                <a:latin typeface="Monospac821 BT" panose="020B0609020202020204" pitchFamily="49" charset="0"/>
              </a:rPr>
              <a:t>";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});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});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&lt;/script&gt;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B4478F0-6AF3-45B3-9E0E-BC0388BB4B10}"/>
              </a:ext>
            </a:extLst>
          </p:cNvPr>
          <p:cNvSpPr txBox="1"/>
          <p:nvPr/>
        </p:nvSpPr>
        <p:spPr>
          <a:xfrm>
            <a:off x="825623" y="2902998"/>
            <a:ext cx="3204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96BF47A-476B-4F2D-82EE-DD35F9242413}"/>
              </a:ext>
            </a:extLst>
          </p:cNvPr>
          <p:cNvSpPr txBox="1"/>
          <p:nvPr/>
        </p:nvSpPr>
        <p:spPr>
          <a:xfrm>
            <a:off x="592412" y="2862078"/>
            <a:ext cx="35777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Minden filter-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btn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és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class-al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rendelkező gomb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-filter tulajdonságát kiveszi és megnézi az egész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dokumentunkban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milyen másik elemek rendelkeznek ugyanezzel.</a:t>
            </a:r>
          </a:p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Ezeket a gombokat megjeleníti, míg a többit elrejti</a:t>
            </a:r>
          </a:p>
        </p:txBody>
      </p:sp>
    </p:spTree>
    <p:extLst>
      <p:ext uri="{BB962C8B-B14F-4D97-AF65-F5344CB8AC3E}">
        <p14:creationId xmlns:p14="http://schemas.microsoft.com/office/powerpoint/2010/main" val="379478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>
            <a:extLst>
              <a:ext uri="{FF2B5EF4-FFF2-40B4-BE49-F238E27FC236}">
                <a16:creationId xmlns:a16="http://schemas.microsoft.com/office/drawing/2014/main" id="{A380262F-8C9A-4ACF-9766-4BB046BFD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56" y="1928349"/>
            <a:ext cx="2897411" cy="669708"/>
          </a:xfrm>
        </p:spPr>
        <p:txBody>
          <a:bodyPr>
            <a:noAutofit/>
          </a:bodyPr>
          <a:lstStyle/>
          <a:p>
            <a:r>
              <a:rPr lang="hu-HU" sz="3200" b="1" dirty="0"/>
              <a:t>Nyomógombok</a:t>
            </a: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2F31512E-B551-4349-852F-DD3A1FF0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5" y="279714"/>
            <a:ext cx="3949307" cy="138269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sz="4000" u="sng" dirty="0"/>
              <a:t>Demonok.html</a:t>
            </a:r>
            <a:br>
              <a:rPr lang="hu-HU" dirty="0"/>
            </a:br>
            <a:r>
              <a:rPr lang="hu-HU" sz="2400" dirty="0"/>
              <a:t>Készítette:</a:t>
            </a:r>
            <a:br>
              <a:rPr lang="hu-HU" sz="2400" dirty="0"/>
            </a:br>
            <a:r>
              <a:rPr lang="hu-HU" sz="2400" dirty="0"/>
              <a:t>Konyári Botond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6E6684-46CA-4F1B-8DB6-D34D4F4FE28B}"/>
              </a:ext>
            </a:extLst>
          </p:cNvPr>
          <p:cNvSpPr txBox="1"/>
          <p:nvPr/>
        </p:nvSpPr>
        <p:spPr>
          <a:xfrm>
            <a:off x="419698" y="2373961"/>
            <a:ext cx="336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Kártyák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85943A9-DFFA-48AE-96FA-7262C2D863EE}"/>
              </a:ext>
            </a:extLst>
          </p:cNvPr>
          <p:cNvSpPr txBox="1"/>
          <p:nvPr/>
        </p:nvSpPr>
        <p:spPr>
          <a:xfrm>
            <a:off x="4936898" y="192117"/>
            <a:ext cx="642947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&lt;!-- </a:t>
            </a:r>
            <a:r>
              <a:rPr lang="hu-HU" sz="1100" dirty="0" err="1">
                <a:latin typeface="Monospac821 BT" panose="020B0609020202020204" pitchFamily="49" charset="0"/>
              </a:rPr>
              <a:t>Dayan</a:t>
            </a:r>
            <a:r>
              <a:rPr lang="hu-HU" sz="1100" dirty="0">
                <a:latin typeface="Monospac821 BT" panose="020B0609020202020204" pitchFamily="49" charset="0"/>
              </a:rPr>
              <a:t>  --&gt;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="col-12 col-md-6 col-lg-3 mb-5 </a:t>
            </a:r>
            <a:r>
              <a:rPr lang="hu-HU" sz="1100" dirty="0" err="1">
                <a:latin typeface="Monospac821 BT" panose="020B0609020202020204" pitchFamily="49" charset="0"/>
              </a:rPr>
              <a:t>ghost-card</a:t>
            </a:r>
            <a:r>
              <a:rPr lang="hu-HU" sz="1100" dirty="0">
                <a:latin typeface="Monospac821 BT" panose="020B0609020202020204" pitchFamily="49" charset="0"/>
              </a:rPr>
              <a:t>" </a:t>
            </a:r>
            <a:r>
              <a:rPr lang="hu-HU" sz="1100" dirty="0" err="1">
                <a:latin typeface="Monospac821 BT" panose="020B0609020202020204" pitchFamily="49" charset="0"/>
              </a:rPr>
              <a:t>data-evidence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emf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orb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spirit_box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bg-dark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light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border-danger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shadow</a:t>
            </a:r>
            <a:r>
              <a:rPr lang="hu-HU" sz="1100" dirty="0">
                <a:latin typeface="Monospac821 BT" panose="020B0609020202020204" pitchFamily="49" charset="0"/>
              </a:rPr>
              <a:t>-lg rounded-4 h-100"&gt;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&lt;h4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card-header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bg-danger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white</a:t>
            </a:r>
            <a:r>
              <a:rPr lang="hu-HU" sz="1100" dirty="0">
                <a:latin typeface="Monospac821 BT" panose="020B0609020202020204" pitchFamily="49" charset="0"/>
              </a:rPr>
              <a:t> text-center </a:t>
            </a:r>
            <a:r>
              <a:rPr lang="hu-HU" sz="1100" dirty="0" err="1">
                <a:latin typeface="Monospac821 BT" panose="020B0609020202020204" pitchFamily="49" charset="0"/>
              </a:rPr>
              <a:t>fw-bold</a:t>
            </a:r>
            <a:r>
              <a:rPr lang="hu-HU" sz="1100" dirty="0">
                <a:latin typeface="Monospac821 BT" panose="020B0609020202020204" pitchFamily="49" charset="0"/>
              </a:rPr>
              <a:t> rounded-top-4 "&gt;</a:t>
            </a:r>
            <a:r>
              <a:rPr lang="hu-HU" sz="1100" dirty="0" err="1">
                <a:latin typeface="Monospac821 BT" panose="020B0609020202020204" pitchFamily="49" charset="0"/>
              </a:rPr>
              <a:t>Dayan</a:t>
            </a:r>
            <a:r>
              <a:rPr lang="hu-HU" sz="1100" dirty="0">
                <a:latin typeface="Monospac821 BT" panose="020B0609020202020204" pitchFamily="49" charset="0"/>
              </a:rPr>
              <a:t>&lt;/h4&gt;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-body text-center d-</a:t>
            </a:r>
            <a:r>
              <a:rPr lang="hu-HU" sz="1100" dirty="0" err="1">
                <a:latin typeface="Monospac821 BT" panose="020B0609020202020204" pitchFamily="49" charset="0"/>
              </a:rPr>
              <a:t>flex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flex-column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&lt;h5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card-title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danger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fw-bold</a:t>
            </a:r>
            <a:r>
              <a:rPr lang="hu-HU" sz="1100" dirty="0">
                <a:latin typeface="Monospac821 BT" panose="020B0609020202020204" pitchFamily="49" charset="0"/>
              </a:rPr>
              <a:t>"&gt;Sebessége: Átlag (1.0 - 3.0 m/s)&lt;/h5&gt;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&lt;p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-text text-</a:t>
            </a:r>
            <a:r>
              <a:rPr lang="hu-HU" sz="1100" dirty="0" err="1">
                <a:latin typeface="Monospac821 BT" panose="020B0609020202020204" pitchFamily="49" charset="0"/>
              </a:rPr>
              <a:t>secondary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Nagyon lassú, amíg nem lát játékost, de látáskor rendkívül gyors. Ha elbújsz és megszakad a látótáv, azonnal lelassul.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&lt;/p&gt;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="mb-3 </a:t>
            </a:r>
            <a:r>
              <a:rPr lang="hu-HU" sz="1100" dirty="0" err="1">
                <a:latin typeface="Monospac821 BT" panose="020B0609020202020204" pitchFamily="49" charset="0"/>
              </a:rPr>
              <a:t>mt-auto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&lt;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badge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emf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dark</a:t>
            </a:r>
            <a:r>
              <a:rPr lang="hu-HU" sz="1100" dirty="0">
                <a:latin typeface="Monospac821 BT" panose="020B0609020202020204" pitchFamily="49" charset="0"/>
              </a:rPr>
              <a:t>"&gt;EMF 5&lt;/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&lt;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badge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orb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dark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  <a:r>
              <a:rPr lang="hu-HU" sz="1100" dirty="0" err="1">
                <a:latin typeface="Monospac821 BT" panose="020B0609020202020204" pitchFamily="49" charset="0"/>
              </a:rPr>
              <a:t>Ghost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orb</a:t>
            </a:r>
            <a:r>
              <a:rPr lang="hu-HU" sz="1100" dirty="0">
                <a:latin typeface="Monospac821 BT" panose="020B0609020202020204" pitchFamily="49" charset="0"/>
              </a:rPr>
              <a:t> &lt;/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&lt;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badge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spirit_box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dark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  <a:r>
              <a:rPr lang="hu-HU" sz="1100" dirty="0" err="1">
                <a:latin typeface="Monospac821 BT" panose="020B0609020202020204" pitchFamily="49" charset="0"/>
              </a:rPr>
              <a:t>Spirit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Box</a:t>
            </a:r>
            <a:r>
              <a:rPr lang="hu-HU" sz="1100" dirty="0">
                <a:latin typeface="Monospac821 BT" panose="020B0609020202020204" pitchFamily="49" charset="0"/>
              </a:rPr>
              <a:t>&lt;/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&lt;/div&gt;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&lt;/div&gt;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&lt;/div&gt;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&lt;/div&gt;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B4478F0-6AF3-45B3-9E0E-BC0388BB4B10}"/>
              </a:ext>
            </a:extLst>
          </p:cNvPr>
          <p:cNvSpPr txBox="1"/>
          <p:nvPr/>
        </p:nvSpPr>
        <p:spPr>
          <a:xfrm>
            <a:off x="825623" y="2902998"/>
            <a:ext cx="3204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96BF47A-476B-4F2D-82EE-DD35F9242413}"/>
              </a:ext>
            </a:extLst>
          </p:cNvPr>
          <p:cNvSpPr txBox="1"/>
          <p:nvPr/>
        </p:nvSpPr>
        <p:spPr>
          <a:xfrm>
            <a:off x="592412" y="2862078"/>
            <a:ext cx="35777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Elöl megjegyzésben a Szellem neve, majd div-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eken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belülbootstrap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segítségével megadjuk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classba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aszöveg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formázásainkat illetve a 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data-evidence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segítségével a szűrő adatainkat</a:t>
            </a:r>
          </a:p>
        </p:txBody>
      </p:sp>
    </p:spTree>
    <p:extLst>
      <p:ext uri="{BB962C8B-B14F-4D97-AF65-F5344CB8AC3E}">
        <p14:creationId xmlns:p14="http://schemas.microsoft.com/office/powerpoint/2010/main" val="38042499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 helye 3">
            <a:extLst>
              <a:ext uri="{FF2B5EF4-FFF2-40B4-BE49-F238E27FC236}">
                <a16:creationId xmlns:a16="http://schemas.microsoft.com/office/drawing/2014/main" id="{A380262F-8C9A-4ACF-9766-4BB046BFD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56" y="1928349"/>
            <a:ext cx="2897411" cy="669708"/>
          </a:xfrm>
        </p:spPr>
        <p:txBody>
          <a:bodyPr>
            <a:noAutofit/>
          </a:bodyPr>
          <a:lstStyle/>
          <a:p>
            <a:r>
              <a:rPr lang="hu-HU" sz="3200" b="1" dirty="0"/>
              <a:t>Nyomógombok</a:t>
            </a:r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2F31512E-B551-4349-852F-DD3A1FF0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805" y="279714"/>
            <a:ext cx="3949307" cy="1382697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hu-HU" sz="4000" u="sng" dirty="0"/>
              <a:t>Demonok.html</a:t>
            </a:r>
            <a:br>
              <a:rPr lang="hu-HU" dirty="0"/>
            </a:br>
            <a:r>
              <a:rPr lang="hu-HU" sz="2400" dirty="0"/>
              <a:t>Készítette:</a:t>
            </a:r>
            <a:br>
              <a:rPr lang="hu-HU" sz="2400" dirty="0"/>
            </a:br>
            <a:r>
              <a:rPr lang="hu-HU" sz="2400" dirty="0"/>
              <a:t>Konyári Botond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26E6684-46CA-4F1B-8DB6-D34D4F4FE28B}"/>
              </a:ext>
            </a:extLst>
          </p:cNvPr>
          <p:cNvSpPr txBox="1"/>
          <p:nvPr/>
        </p:nvSpPr>
        <p:spPr>
          <a:xfrm>
            <a:off x="419698" y="2373961"/>
            <a:ext cx="336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Kártyák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85943A9-DFFA-48AE-96FA-7262C2D863EE}"/>
              </a:ext>
            </a:extLst>
          </p:cNvPr>
          <p:cNvSpPr txBox="1"/>
          <p:nvPr/>
        </p:nvSpPr>
        <p:spPr>
          <a:xfrm>
            <a:off x="4936898" y="192117"/>
            <a:ext cx="642947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&lt;!-- </a:t>
            </a:r>
            <a:r>
              <a:rPr lang="hu-HU" sz="1100" dirty="0" err="1">
                <a:latin typeface="Monospac821 BT" panose="020B0609020202020204" pitchFamily="49" charset="0"/>
              </a:rPr>
              <a:t>Dayan</a:t>
            </a:r>
            <a:r>
              <a:rPr lang="hu-HU" sz="1100" dirty="0">
                <a:latin typeface="Monospac821 BT" panose="020B0609020202020204" pitchFamily="49" charset="0"/>
              </a:rPr>
              <a:t>  --&gt;</a:t>
            </a:r>
          </a:p>
          <a:p>
            <a:endParaRPr lang="hu-HU" sz="1100" dirty="0">
              <a:latin typeface="Monospac821 BT" panose="020B0609020202020204" pitchFamily="49" charset="0"/>
            </a:endParaRPr>
          </a:p>
          <a:p>
            <a:r>
              <a:rPr lang="hu-HU" sz="1100" dirty="0">
                <a:latin typeface="Monospac821 BT" panose="020B0609020202020204" pitchFamily="49" charset="0"/>
              </a:rPr>
              <a:t>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="col-12 col-md-6 col-lg-3 mb-5 </a:t>
            </a:r>
            <a:r>
              <a:rPr lang="hu-HU" sz="1100" dirty="0" err="1">
                <a:latin typeface="Monospac821 BT" panose="020B0609020202020204" pitchFamily="49" charset="0"/>
              </a:rPr>
              <a:t>ghost-card</a:t>
            </a:r>
            <a:r>
              <a:rPr lang="hu-HU" sz="1100" dirty="0">
                <a:latin typeface="Monospac821 BT" panose="020B0609020202020204" pitchFamily="49" charset="0"/>
              </a:rPr>
              <a:t>" </a:t>
            </a:r>
            <a:r>
              <a:rPr lang="hu-HU" sz="1100" dirty="0" err="1">
                <a:latin typeface="Monospac821 BT" panose="020B0609020202020204" pitchFamily="49" charset="0"/>
              </a:rPr>
              <a:t>data-evidence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emf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orb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spirit_box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bg-dark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light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border-danger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shadow</a:t>
            </a:r>
            <a:r>
              <a:rPr lang="hu-HU" sz="1100" dirty="0">
                <a:latin typeface="Monospac821 BT" panose="020B0609020202020204" pitchFamily="49" charset="0"/>
              </a:rPr>
              <a:t>-lg rounded-4 h-100"&gt;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&lt;h4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card-header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bg-danger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white</a:t>
            </a:r>
            <a:r>
              <a:rPr lang="hu-HU" sz="1100" dirty="0">
                <a:latin typeface="Monospac821 BT" panose="020B0609020202020204" pitchFamily="49" charset="0"/>
              </a:rPr>
              <a:t> text-center </a:t>
            </a:r>
            <a:r>
              <a:rPr lang="hu-HU" sz="1100" dirty="0" err="1">
                <a:latin typeface="Monospac821 BT" panose="020B0609020202020204" pitchFamily="49" charset="0"/>
              </a:rPr>
              <a:t>fw-bold</a:t>
            </a:r>
            <a:r>
              <a:rPr lang="hu-HU" sz="1100" dirty="0">
                <a:latin typeface="Monospac821 BT" panose="020B0609020202020204" pitchFamily="49" charset="0"/>
              </a:rPr>
              <a:t> rounded-top-4 "&gt;</a:t>
            </a:r>
            <a:r>
              <a:rPr lang="hu-HU" sz="1100" dirty="0" err="1">
                <a:latin typeface="Monospac821 BT" panose="020B0609020202020204" pitchFamily="49" charset="0"/>
              </a:rPr>
              <a:t>Dayan</a:t>
            </a:r>
            <a:r>
              <a:rPr lang="hu-HU" sz="1100" dirty="0">
                <a:latin typeface="Monospac821 BT" panose="020B0609020202020204" pitchFamily="49" charset="0"/>
              </a:rPr>
              <a:t>&lt;/h4&gt;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-body text-center d-</a:t>
            </a:r>
            <a:r>
              <a:rPr lang="hu-HU" sz="1100" dirty="0" err="1">
                <a:latin typeface="Monospac821 BT" panose="020B0609020202020204" pitchFamily="49" charset="0"/>
              </a:rPr>
              <a:t>flex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flex-column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&lt;h5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card-title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danger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fw-bold</a:t>
            </a:r>
            <a:r>
              <a:rPr lang="hu-HU" sz="1100" dirty="0">
                <a:latin typeface="Monospac821 BT" panose="020B0609020202020204" pitchFamily="49" charset="0"/>
              </a:rPr>
              <a:t>"&gt;Sebessége: Átlag (1.0 - 3.0 m/s)&lt;/h5&gt;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&lt;p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card</a:t>
            </a:r>
            <a:r>
              <a:rPr lang="hu-HU" sz="1100" dirty="0">
                <a:latin typeface="Monospac821 BT" panose="020B0609020202020204" pitchFamily="49" charset="0"/>
              </a:rPr>
              <a:t>-text text-</a:t>
            </a:r>
            <a:r>
              <a:rPr lang="hu-HU" sz="1100" dirty="0" err="1">
                <a:latin typeface="Monospac821 BT" panose="020B0609020202020204" pitchFamily="49" charset="0"/>
              </a:rPr>
              <a:t>secondary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Nagyon lassú, amíg nem lát játékost, de látáskor rendkívül gyors. Ha elbújsz és megszakad a látótáv, azonnal lelassul.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&lt;/p&gt;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&lt;div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="mb-3 </a:t>
            </a:r>
            <a:r>
              <a:rPr lang="hu-HU" sz="1100" dirty="0" err="1">
                <a:latin typeface="Monospac821 BT" panose="020B0609020202020204" pitchFamily="49" charset="0"/>
              </a:rPr>
              <a:t>mt-auto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&lt;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badge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emf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dark</a:t>
            </a:r>
            <a:r>
              <a:rPr lang="hu-HU" sz="1100" dirty="0">
                <a:latin typeface="Monospac821 BT" panose="020B0609020202020204" pitchFamily="49" charset="0"/>
              </a:rPr>
              <a:t>"&gt;EMF 5&lt;/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&lt;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badge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orb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dark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  <a:r>
              <a:rPr lang="hu-HU" sz="1100" dirty="0" err="1">
                <a:latin typeface="Monospac821 BT" panose="020B0609020202020204" pitchFamily="49" charset="0"/>
              </a:rPr>
              <a:t>Ghost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orb</a:t>
            </a:r>
            <a:r>
              <a:rPr lang="hu-HU" sz="1100" dirty="0">
                <a:latin typeface="Monospac821 BT" panose="020B0609020202020204" pitchFamily="49" charset="0"/>
              </a:rPr>
              <a:t> &lt;/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    &lt;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class</a:t>
            </a:r>
            <a:r>
              <a:rPr lang="hu-HU" sz="1100" dirty="0">
                <a:latin typeface="Monospac821 BT" panose="020B0609020202020204" pitchFamily="49" charset="0"/>
              </a:rPr>
              <a:t>="</a:t>
            </a:r>
            <a:r>
              <a:rPr lang="hu-HU" sz="1100" dirty="0" err="1">
                <a:latin typeface="Monospac821 BT" panose="020B0609020202020204" pitchFamily="49" charset="0"/>
              </a:rPr>
              <a:t>badge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spirit_box</a:t>
            </a:r>
            <a:r>
              <a:rPr lang="hu-HU" sz="1100" dirty="0">
                <a:latin typeface="Monospac821 BT" panose="020B0609020202020204" pitchFamily="49" charset="0"/>
              </a:rPr>
              <a:t> text-</a:t>
            </a:r>
            <a:r>
              <a:rPr lang="hu-HU" sz="1100" dirty="0" err="1">
                <a:latin typeface="Monospac821 BT" panose="020B0609020202020204" pitchFamily="49" charset="0"/>
              </a:rPr>
              <a:t>dark</a:t>
            </a:r>
            <a:r>
              <a:rPr lang="hu-HU" sz="1100" dirty="0">
                <a:latin typeface="Monospac821 BT" panose="020B0609020202020204" pitchFamily="49" charset="0"/>
              </a:rPr>
              <a:t>"&gt;</a:t>
            </a:r>
            <a:r>
              <a:rPr lang="hu-HU" sz="1100" dirty="0" err="1">
                <a:latin typeface="Monospac821 BT" panose="020B0609020202020204" pitchFamily="49" charset="0"/>
              </a:rPr>
              <a:t>Spirit</a:t>
            </a:r>
            <a:r>
              <a:rPr lang="hu-HU" sz="1100" dirty="0">
                <a:latin typeface="Monospac821 BT" panose="020B0609020202020204" pitchFamily="49" charset="0"/>
              </a:rPr>
              <a:t> </a:t>
            </a:r>
            <a:r>
              <a:rPr lang="hu-HU" sz="1100" dirty="0" err="1">
                <a:latin typeface="Monospac821 BT" panose="020B0609020202020204" pitchFamily="49" charset="0"/>
              </a:rPr>
              <a:t>Box</a:t>
            </a:r>
            <a:r>
              <a:rPr lang="hu-HU" sz="1100" dirty="0">
                <a:latin typeface="Monospac821 BT" panose="020B0609020202020204" pitchFamily="49" charset="0"/>
              </a:rPr>
              <a:t>&lt;/</a:t>
            </a:r>
            <a:r>
              <a:rPr lang="hu-HU" sz="1100" dirty="0" err="1">
                <a:latin typeface="Monospac821 BT" panose="020B0609020202020204" pitchFamily="49" charset="0"/>
              </a:rPr>
              <a:t>span</a:t>
            </a:r>
            <a:r>
              <a:rPr lang="hu-HU" sz="1100" dirty="0">
                <a:latin typeface="Monospac821 BT" panose="020B0609020202020204" pitchFamily="49" charset="0"/>
              </a:rPr>
              <a:t>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    &lt;/div&gt;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    &lt;/div&gt;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    &lt;/div&gt;</a:t>
            </a:r>
          </a:p>
          <a:p>
            <a:r>
              <a:rPr lang="hu-HU" sz="1100" dirty="0">
                <a:latin typeface="Monospac821 BT" panose="020B0609020202020204" pitchFamily="49" charset="0"/>
              </a:rPr>
              <a:t>    &lt;/div&gt;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B4478F0-6AF3-45B3-9E0E-BC0388BB4B10}"/>
              </a:ext>
            </a:extLst>
          </p:cNvPr>
          <p:cNvSpPr txBox="1"/>
          <p:nvPr/>
        </p:nvSpPr>
        <p:spPr>
          <a:xfrm>
            <a:off x="825623" y="2902998"/>
            <a:ext cx="3204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96BF47A-476B-4F2D-82EE-DD35F9242413}"/>
              </a:ext>
            </a:extLst>
          </p:cNvPr>
          <p:cNvSpPr txBox="1"/>
          <p:nvPr/>
        </p:nvSpPr>
        <p:spPr>
          <a:xfrm>
            <a:off x="352203" y="2863995"/>
            <a:ext cx="40102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H4-ben megadtam a szellem nevét, amely a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-ben helyezkedik el, és egy rövid leírást tettem a szellemről a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-body-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Végül egy új div segítségével a dokumentum végére tettem három darab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dulajdonságot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(amivel tudjuk </a:t>
            </a:r>
            <a:r>
              <a:rPr lang="hu-H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ugy</a:t>
            </a: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szortírozni)</a:t>
            </a:r>
          </a:p>
        </p:txBody>
      </p:sp>
    </p:spTree>
    <p:extLst>
      <p:ext uri="{BB962C8B-B14F-4D97-AF65-F5344CB8AC3E}">
        <p14:creationId xmlns:p14="http://schemas.microsoft.com/office/powerpoint/2010/main" val="172596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85AFCE-D509-413A-954A-39866D8A9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eszközök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B5462E1-3F61-4E42-BD2A-27A5ABEDD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" y="2885243"/>
            <a:ext cx="11117226" cy="184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58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ő esemény">
  <a:themeElements>
    <a:clrScheme name="Fő esemény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Fő esemény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ő esemény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TM04033927[[fn=Fő esemény]]</Template>
  <TotalTime>83</TotalTime>
  <Words>1245</Words>
  <Application>Microsoft Office PowerPoint</Application>
  <PresentationFormat>Szélesvásznú</PresentationFormat>
  <Paragraphs>163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Impact</vt:lpstr>
      <vt:lpstr>Monospac821 BT</vt:lpstr>
      <vt:lpstr>Times New Roman</vt:lpstr>
      <vt:lpstr>Fő esemény</vt:lpstr>
      <vt:lpstr>Programozás bemutató</vt:lpstr>
      <vt:lpstr>Választott téma</vt:lpstr>
      <vt:lpstr>Használt technologógiák</vt:lpstr>
      <vt:lpstr>Bootstrap felhasznlásA</vt:lpstr>
      <vt:lpstr>Github statisztikák</vt:lpstr>
      <vt:lpstr>Demonok.html Készítette: Konyári Botond</vt:lpstr>
      <vt:lpstr>Demonok.html Készítette: Konyári Botond</vt:lpstr>
      <vt:lpstr>Demonok.html Készítette: Konyári Botond</vt:lpstr>
      <vt:lpstr>Demonok.html Készítette: Konyári Botond</vt:lpstr>
      <vt:lpstr>Demonok.html Készítette: Konyári Botond</vt:lpstr>
      <vt:lpstr>Demonok.html Készítette: Konyári Botond</vt:lpstr>
      <vt:lpstr>AZ eszközök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Programozás bemutató</dc:title>
  <dc:creator>Konyári Botond Bátor</dc:creator>
  <cp:lastModifiedBy>Csendes Károly</cp:lastModifiedBy>
  <cp:revision>13</cp:revision>
  <dcterms:created xsi:type="dcterms:W3CDTF">2026-02-23T07:16:39Z</dcterms:created>
  <dcterms:modified xsi:type="dcterms:W3CDTF">2026-02-25T09:50:10Z</dcterms:modified>
</cp:coreProperties>
</file>