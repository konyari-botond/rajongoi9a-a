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4" r:id="rId4"/>
    <p:sldId id="266" r:id="rId5"/>
    <p:sldId id="265" r:id="rId6"/>
    <p:sldId id="257" r:id="rId7"/>
    <p:sldId id="258" r:id="rId8"/>
    <p:sldId id="260" r:id="rId9"/>
    <p:sldId id="259" r:id="rId10"/>
    <p:sldId id="261" r:id="rId11"/>
    <p:sldId id="262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16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108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2" name="Freeform 11"/>
          <p:cNvSpPr/>
          <p:nvPr/>
        </p:nvSpPr>
        <p:spPr>
          <a:xfrm>
            <a:off x="-15875" y="0"/>
            <a:ext cx="11683810" cy="6588125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13"/>
          <p:cNvSpPr/>
          <p:nvPr/>
        </p:nvSpPr>
        <p:spPr>
          <a:xfrm>
            <a:off x="0" y="4282257"/>
            <a:ext cx="11329257" cy="2028845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6" name="Freeform 25"/>
          <p:cNvSpPr/>
          <p:nvPr/>
        </p:nvSpPr>
        <p:spPr>
          <a:xfrm>
            <a:off x="0" y="0"/>
            <a:ext cx="8719579" cy="456877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Freeform 14"/>
          <p:cNvSpPr/>
          <p:nvPr/>
        </p:nvSpPr>
        <p:spPr>
          <a:xfrm rot="21420000">
            <a:off x="-161800" y="293317"/>
            <a:ext cx="11367116" cy="5751804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21420000">
            <a:off x="891201" y="662656"/>
            <a:ext cx="9755187" cy="2766528"/>
          </a:xfrm>
        </p:spPr>
        <p:txBody>
          <a:bodyPr anchor="b">
            <a:normAutofit/>
          </a:bodyPr>
          <a:lstStyle>
            <a:lvl1pPr algn="r">
              <a:defRPr sz="8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21420000">
            <a:off x="983062" y="3505209"/>
            <a:ext cx="9755187" cy="550333"/>
          </a:xfrm>
        </p:spPr>
        <p:txBody>
          <a:bodyPr anchor="t">
            <a:noAutofit/>
          </a:bodyPr>
          <a:lstStyle>
            <a:lvl1pPr marL="0" indent="0" algn="r">
              <a:buNone/>
              <a:defRPr sz="2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1420000">
            <a:off x="4948541" y="4578463"/>
            <a:ext cx="6143653" cy="1163112"/>
          </a:xfrm>
        </p:spPr>
        <p:txBody>
          <a:bodyPr/>
          <a:lstStyle>
            <a:lvl1pPr algn="ctr">
              <a:defRPr sz="54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1420000">
            <a:off x="-5560" y="4883024"/>
            <a:ext cx="4047239" cy="1195538"/>
          </a:xfrm>
        </p:spPr>
        <p:txBody>
          <a:bodyPr vert="horz" lIns="91440" tIns="45720" rIns="91440" bIns="45720" rtlCol="0" anchor="ctr"/>
          <a:lstStyle>
            <a:lvl1pPr algn="r">
              <a:defRPr lang="en-US" sz="5400" dirty="0"/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1420000">
            <a:off x="9851758" y="3832648"/>
            <a:ext cx="907186" cy="49847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  <p:sp>
        <p:nvSpPr>
          <p:cNvPr id="25" name="5-Point Star 24"/>
          <p:cNvSpPr/>
          <p:nvPr/>
        </p:nvSpPr>
        <p:spPr>
          <a:xfrm rot="21420000">
            <a:off x="4221385" y="5111356"/>
            <a:ext cx="515386" cy="515386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53371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800" y="2063396"/>
            <a:ext cx="10394707" cy="331118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056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4707" cy="319348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3742267"/>
            <a:ext cx="10394707" cy="163961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53332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814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800" y="2063396"/>
            <a:ext cx="5088714" cy="3311189"/>
          </a:xfrm>
        </p:spPr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5993971" y="2063396"/>
            <a:ext cx="5086538" cy="3311189"/>
          </a:xfrm>
        </p:spPr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1084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4707" cy="115814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8356" y="2063396"/>
            <a:ext cx="4856158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802" y="2861733"/>
            <a:ext cx="5088712" cy="2512852"/>
          </a:xfrm>
        </p:spPr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8191" y="2063396"/>
            <a:ext cx="4864491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5993969" y="2861733"/>
            <a:ext cx="5088713" cy="2512852"/>
          </a:xfrm>
        </p:spPr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547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6534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303339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3643" y="685800"/>
            <a:ext cx="4126860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46132" y="685800"/>
            <a:ext cx="6034375" cy="468878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3642" y="2709052"/>
            <a:ext cx="4126861" cy="2665533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8360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85800"/>
            <a:ext cx="6345302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82362" y="0"/>
            <a:ext cx="3598146" cy="507153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1" y="2709052"/>
            <a:ext cx="6345301" cy="2362481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671346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106333"/>
            <a:ext cx="10394708" cy="58884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5801" y="685799"/>
            <a:ext cx="10392513" cy="319490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80" y="4702923"/>
            <a:ext cx="10394728" cy="682472"/>
          </a:xfrm>
        </p:spPr>
        <p:txBody>
          <a:bodyPr anchor="t"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46974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902" cy="3194903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79" y="4106333"/>
            <a:ext cx="10394729" cy="127360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71246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1732" y="685800"/>
            <a:ext cx="9525020" cy="2916704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550264" y="3610032"/>
            <a:ext cx="8667956" cy="377768"/>
          </a:xfrm>
        </p:spPr>
        <p:txBody>
          <a:bodyPr anchor="t">
            <a:normAutofit/>
          </a:bodyPr>
          <a:lstStyle>
            <a:lvl1pPr marL="0" indent="0" algn="r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1" y="4106334"/>
            <a:ext cx="10396882" cy="126825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  <p:sp>
        <p:nvSpPr>
          <p:cNvPr id="13" name="TextBox 12"/>
          <p:cNvSpPr txBox="1"/>
          <p:nvPr/>
        </p:nvSpPr>
        <p:spPr>
          <a:xfrm>
            <a:off x="685801" y="89262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3083" y="292282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237980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23854"/>
            <a:ext cx="10394707" cy="2511835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247468"/>
            <a:ext cx="10394707" cy="114064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81825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802" y="685800"/>
            <a:ext cx="10394706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2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802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34622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234621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770380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770380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149808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91840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780" y="2063395"/>
            <a:ext cx="3310128" cy="1536725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91840" y="4389287"/>
            <a:ext cx="3310128" cy="98529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37410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235999" y="2063395"/>
            <a:ext cx="3310128" cy="1535237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235999" y="4389286"/>
            <a:ext cx="3310128" cy="98530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768944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768819" y="2063394"/>
            <a:ext cx="3310128" cy="1537196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768819" y="4389284"/>
            <a:ext cx="3310128" cy="98530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376219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800" y="2063396"/>
            <a:ext cx="10394707" cy="3311190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201629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15862" y="685800"/>
            <a:ext cx="2264646" cy="468878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800" y="685800"/>
            <a:ext cx="7904431" cy="4688785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7322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jp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-25397" y="0"/>
            <a:ext cx="12005350" cy="6644081"/>
            <a:chOff x="-25397" y="0"/>
            <a:chExt cx="12005350" cy="6644081"/>
          </a:xfrm>
        </p:grpSpPr>
        <p:sp useBgFill="1">
          <p:nvSpPr>
            <p:cNvPr id="11" name="Rectangle 10"/>
            <p:cNvSpPr/>
            <p:nvPr/>
          </p:nvSpPr>
          <p:spPr>
            <a:xfrm>
              <a:off x="1" y="0"/>
              <a:ext cx="11979952" cy="6644081"/>
            </a:xfrm>
            <a:prstGeom prst="rect">
              <a:avLst/>
            </a:prstGeom>
            <a:ln>
              <a:noFill/>
            </a:ln>
            <a:effectLst>
              <a:outerShdw blurRad="98425" dist="76200" dir="4380000" algn="tl" rotWithShape="0">
                <a:srgbClr val="000000">
                  <a:alpha val="6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-25397" y="0"/>
              <a:ext cx="11773291" cy="6419514"/>
            </a:xfrm>
            <a:custGeom>
              <a:avLst/>
              <a:gdLst/>
              <a:ahLst/>
              <a:cxnLst/>
              <a:rect l="l" t="t" r="r" b="b"/>
              <a:pathLst>
                <a:path w="11773291" h="6419514">
                  <a:moveTo>
                    <a:pt x="11750059" y="0"/>
                  </a:moveTo>
                  <a:lnTo>
                    <a:pt x="11773291" y="6419514"/>
                  </a:lnTo>
                  <a:lnTo>
                    <a:pt x="0" y="6411047"/>
                  </a:lnTo>
                </a:path>
              </a:pathLst>
            </a:custGeom>
            <a:ln w="82550">
              <a:solidFill>
                <a:schemeClr val="tx1">
                  <a:lumMod val="50000"/>
                  <a:lumOff val="50000"/>
                </a:schemeClr>
              </a:solidFill>
              <a:miter lim="800000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1" y="5600215"/>
              <a:ext cx="11706512" cy="780581"/>
            </a:xfrm>
            <a:prstGeom prst="rect">
              <a:avLst/>
            </a:prstGeom>
            <a:gradFill flip="none" rotWithShape="1">
              <a:gsLst>
                <a:gs pos="34000">
                  <a:schemeClr val="accent1"/>
                </a:gs>
                <a:gs pos="100000">
                  <a:schemeClr val="accent1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19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63396"/>
            <a:ext cx="10396883" cy="33111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4D4C322F-BC9B-42E0-BD88-98D7F3AB06DE}" type="datetimeFigureOut">
              <a:rPr lang="hu-HU" smtClean="0"/>
              <a:t>2026.03.02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2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7507F24-5141-4C04-85F0-78FCBDE73A5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51622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C399B1-9BBC-414D-9911-563351169D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Programozás bemutató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8673976-1BAA-4E8F-9D3F-54E3E6FCEF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21420000">
            <a:off x="8407309" y="3831072"/>
            <a:ext cx="2523466" cy="1963502"/>
          </a:xfrm>
        </p:spPr>
        <p:txBody>
          <a:bodyPr/>
          <a:lstStyle/>
          <a:p>
            <a:r>
              <a:rPr lang="hu-HU" sz="3000" dirty="0"/>
              <a:t>Készítette: </a:t>
            </a:r>
            <a:br>
              <a:rPr lang="hu-HU" dirty="0"/>
            </a:br>
            <a:r>
              <a:rPr lang="hu-HU" sz="2400" dirty="0"/>
              <a:t>Csendes Károly </a:t>
            </a:r>
            <a:br>
              <a:rPr lang="hu-HU" sz="2400" dirty="0"/>
            </a:br>
            <a:r>
              <a:rPr lang="hu-HU" sz="2400" dirty="0"/>
              <a:t>Konyári Botond </a:t>
            </a:r>
            <a:br>
              <a:rPr lang="hu-HU" sz="2400" dirty="0"/>
            </a:br>
            <a:r>
              <a:rPr lang="hu-HU" sz="2400" dirty="0"/>
              <a:t>Dániel Ádám</a:t>
            </a:r>
          </a:p>
        </p:txBody>
      </p:sp>
    </p:spTree>
    <p:extLst>
      <p:ext uri="{BB962C8B-B14F-4D97-AF65-F5344CB8AC3E}">
        <p14:creationId xmlns:p14="http://schemas.microsoft.com/office/powerpoint/2010/main" val="312233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5FEA156-9BDF-4135-9644-B03C42B27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Választott téma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519B77-B0AA-4978-8980-8BBCC4657D2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/>
              <a:t>-Mi a </a:t>
            </a:r>
            <a:r>
              <a:rPr lang="hu-HU" dirty="0" err="1"/>
              <a:t>phasmophobiaát</a:t>
            </a:r>
            <a:r>
              <a:rPr lang="hu-HU" dirty="0"/>
              <a:t> választottuk témának, mert mindegyikünk játszik a játékkal.</a:t>
            </a:r>
          </a:p>
          <a:p>
            <a:pPr marL="0" indent="0">
              <a:buNone/>
            </a:pPr>
            <a:r>
              <a:rPr lang="hu-HU" dirty="0"/>
              <a:t>-Az oldalon bemutattuk a játékot, eszközeit, szörnyeit, pályáit.</a:t>
            </a:r>
          </a:p>
          <a:p>
            <a:pPr marL="0" indent="0">
              <a:buNone/>
            </a:pPr>
            <a:r>
              <a:rPr lang="hu-HU" dirty="0"/>
              <a:t>-A játék arról szól, hogy megérkezel egy házba amit megszállt egy szellem, és ki kell találnod, hogy milyen típusú szellem az. A játék lényege nem az, hogy elkapjuk a szellemet, hanem, hogy kitaláljuk, hogy melyik szellem az. 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161314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A344599-61FA-4A3B-A73A-0C2DE1581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39066"/>
            <a:ext cx="10396882" cy="1151965"/>
          </a:xfrm>
        </p:spPr>
        <p:txBody>
          <a:bodyPr/>
          <a:lstStyle/>
          <a:p>
            <a:r>
              <a:rPr lang="hu-HU" dirty="0"/>
              <a:t>Használt </a:t>
            </a:r>
            <a:r>
              <a:rPr lang="hu-HU" dirty="0" err="1"/>
              <a:t>technologógiák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6EF5B8-36E0-45CE-B13E-7A016059E1B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hu-HU" dirty="0" err="1"/>
              <a:t>Html</a:t>
            </a:r>
            <a:endParaRPr lang="hu-HU" dirty="0"/>
          </a:p>
          <a:p>
            <a:r>
              <a:rPr lang="hu-HU" dirty="0" err="1"/>
              <a:t>Javascript</a:t>
            </a:r>
            <a:endParaRPr lang="hu-HU" dirty="0"/>
          </a:p>
          <a:p>
            <a:r>
              <a:rPr lang="hu-HU" dirty="0"/>
              <a:t>BS5</a:t>
            </a:r>
          </a:p>
          <a:p>
            <a:r>
              <a:rPr lang="hu-HU" dirty="0"/>
              <a:t>CSS</a:t>
            </a:r>
          </a:p>
        </p:txBody>
      </p:sp>
    </p:spTree>
    <p:extLst>
      <p:ext uri="{BB962C8B-B14F-4D97-AF65-F5344CB8AC3E}">
        <p14:creationId xmlns:p14="http://schemas.microsoft.com/office/powerpoint/2010/main" val="1613541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DD9688-8D4C-4BF8-A550-10D524E8D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64" y="82118"/>
            <a:ext cx="10396882" cy="1151965"/>
          </a:xfrm>
        </p:spPr>
        <p:txBody>
          <a:bodyPr/>
          <a:lstStyle/>
          <a:p>
            <a:r>
              <a:rPr lang="hu-HU" dirty="0" err="1"/>
              <a:t>Bootstrap</a:t>
            </a:r>
            <a:r>
              <a:rPr lang="hu-HU" dirty="0"/>
              <a:t> </a:t>
            </a:r>
            <a:r>
              <a:rPr lang="hu-HU" dirty="0" err="1"/>
              <a:t>felhasznlásA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B005B90-319D-4BD1-8A6B-28A2D06334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364" y="314496"/>
            <a:ext cx="5066930" cy="3311189"/>
          </a:xfrm>
        </p:spPr>
        <p:txBody>
          <a:bodyPr/>
          <a:lstStyle/>
          <a:p>
            <a:r>
              <a:rPr lang="hu-HU" dirty="0"/>
              <a:t>A BOOTSTRAPNEK például a főoldalon  </a:t>
            </a:r>
            <a:r>
              <a:rPr lang="hu-HU" dirty="0" err="1"/>
              <a:t>carousel</a:t>
            </a:r>
            <a:r>
              <a:rPr lang="hu-HU" dirty="0"/>
              <a:t> </a:t>
            </a:r>
            <a:r>
              <a:rPr lang="hu-HU" dirty="0" err="1"/>
              <a:t>felhasználásval</a:t>
            </a:r>
            <a:r>
              <a:rPr lang="hu-HU" dirty="0"/>
              <a:t> vettük hasznát.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C525F3E-5D77-42AA-B919-0D6C19638F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183" y="984444"/>
            <a:ext cx="4447418" cy="2641241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D339EF57-3AA5-4D52-8751-533C79D65C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00" y="2840537"/>
            <a:ext cx="4826658" cy="2659587"/>
          </a:xfrm>
          <a:prstGeom prst="rect">
            <a:avLst/>
          </a:prstGeom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618A1605-7C5E-4A64-8DAC-DEE88799DF9D}"/>
              </a:ext>
            </a:extLst>
          </p:cNvPr>
          <p:cNvSpPr txBox="1"/>
          <p:nvPr/>
        </p:nvSpPr>
        <p:spPr>
          <a:xfrm>
            <a:off x="5262805" y="4279037"/>
            <a:ext cx="25922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Carousel</a:t>
            </a:r>
            <a:r>
              <a:rPr lang="hu-HU" dirty="0"/>
              <a:t> mellett pl. a  </a:t>
            </a:r>
            <a:r>
              <a:rPr lang="hu-HU" dirty="0" err="1"/>
              <a:t>NavBar</a:t>
            </a:r>
            <a:r>
              <a:rPr lang="hu-HU" dirty="0"/>
              <a:t>-t is BS-</a:t>
            </a:r>
            <a:r>
              <a:rPr lang="hu-HU" dirty="0" err="1"/>
              <a:t>sel</a:t>
            </a:r>
            <a:r>
              <a:rPr lang="hu-HU" dirty="0"/>
              <a:t> csináltuk.</a:t>
            </a:r>
          </a:p>
        </p:txBody>
      </p:sp>
    </p:spTree>
    <p:extLst>
      <p:ext uri="{BB962C8B-B14F-4D97-AF65-F5344CB8AC3E}">
        <p14:creationId xmlns:p14="http://schemas.microsoft.com/office/powerpoint/2010/main" val="71791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D25503B-8DE0-48F4-A9DA-925FD6BD6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Github</a:t>
            </a:r>
            <a:r>
              <a:rPr lang="hu-HU" dirty="0"/>
              <a:t> statisztikák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68B7886A-5685-4A68-96D0-BB0BF43F7D3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4944103" y="1948340"/>
            <a:ext cx="6601263" cy="3311525"/>
          </a:xfr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F7058490-5180-46CB-A153-6C40B590F1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77" y="3028894"/>
            <a:ext cx="3086531" cy="80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332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3">
            <a:extLst>
              <a:ext uri="{FF2B5EF4-FFF2-40B4-BE49-F238E27FC236}">
                <a16:creationId xmlns:a16="http://schemas.microsoft.com/office/drawing/2014/main" id="{A380262F-8C9A-4ACF-9766-4BB046BFD3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28492" y="185170"/>
            <a:ext cx="2897411" cy="669708"/>
          </a:xfrm>
        </p:spPr>
        <p:txBody>
          <a:bodyPr>
            <a:noAutofit/>
          </a:bodyPr>
          <a:lstStyle/>
          <a:p>
            <a:r>
              <a:rPr lang="hu-HU" sz="3200" b="1" dirty="0"/>
              <a:t>Nyomógombok</a:t>
            </a:r>
          </a:p>
        </p:txBody>
      </p:sp>
      <p:sp>
        <p:nvSpPr>
          <p:cNvPr id="6" name="Cím 5">
            <a:extLst>
              <a:ext uri="{FF2B5EF4-FFF2-40B4-BE49-F238E27FC236}">
                <a16:creationId xmlns:a16="http://schemas.microsoft.com/office/drawing/2014/main" id="{2F31512E-B551-4349-852F-DD3A1FF07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05" y="279714"/>
            <a:ext cx="3949307" cy="1382697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hu-HU" sz="4000" u="sng" dirty="0"/>
              <a:t>Demonok.html</a:t>
            </a:r>
            <a:br>
              <a:rPr lang="hu-HU" dirty="0"/>
            </a:br>
            <a:r>
              <a:rPr lang="hu-HU" sz="2400" dirty="0"/>
              <a:t>Készítette:</a:t>
            </a:r>
            <a:br>
              <a:rPr lang="hu-HU" sz="2400" dirty="0"/>
            </a:br>
            <a:r>
              <a:rPr lang="hu-HU" sz="2400" dirty="0"/>
              <a:t>Konyári Botond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26E6684-46CA-4F1B-8DB6-D34D4F4FE28B}"/>
              </a:ext>
            </a:extLst>
          </p:cNvPr>
          <p:cNvSpPr txBox="1"/>
          <p:nvPr/>
        </p:nvSpPr>
        <p:spPr>
          <a:xfrm>
            <a:off x="4008873" y="877005"/>
            <a:ext cx="336832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Az oldal legelején látható egy 7db-os nyomógomb amely az oldal rendezését irányítja minimális java script-el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F9D4819-8761-474F-B55C-D968C9FC223D}"/>
              </a:ext>
            </a:extLst>
          </p:cNvPr>
          <p:cNvSpPr txBox="1"/>
          <p:nvPr/>
        </p:nvSpPr>
        <p:spPr>
          <a:xfrm>
            <a:off x="7483876" y="1030892"/>
            <a:ext cx="336832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Minden egyes nyomógomb egy adott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evidence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(bizonyíték) – ért felel</a:t>
            </a:r>
            <a:r>
              <a:rPr lang="hu-HU" dirty="0"/>
              <a:t>.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A436E710-E55B-4D89-9D96-D0ADF57806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2276" y="2797735"/>
            <a:ext cx="7392432" cy="2372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276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3">
            <a:extLst>
              <a:ext uri="{FF2B5EF4-FFF2-40B4-BE49-F238E27FC236}">
                <a16:creationId xmlns:a16="http://schemas.microsoft.com/office/drawing/2014/main" id="{A380262F-8C9A-4ACF-9766-4BB046BFD3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5156" y="1928349"/>
            <a:ext cx="2897411" cy="669708"/>
          </a:xfrm>
        </p:spPr>
        <p:txBody>
          <a:bodyPr>
            <a:noAutofit/>
          </a:bodyPr>
          <a:lstStyle/>
          <a:p>
            <a:r>
              <a:rPr lang="hu-HU" sz="3200" b="1" dirty="0"/>
              <a:t>Nyomógombok</a:t>
            </a:r>
          </a:p>
        </p:txBody>
      </p:sp>
      <p:sp>
        <p:nvSpPr>
          <p:cNvPr id="6" name="Cím 5">
            <a:extLst>
              <a:ext uri="{FF2B5EF4-FFF2-40B4-BE49-F238E27FC236}">
                <a16:creationId xmlns:a16="http://schemas.microsoft.com/office/drawing/2014/main" id="{2F31512E-B551-4349-852F-DD3A1FF07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05" y="279714"/>
            <a:ext cx="3949307" cy="1382697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hu-HU" sz="4000" u="sng" dirty="0"/>
              <a:t>Demonok.html</a:t>
            </a:r>
            <a:br>
              <a:rPr lang="hu-HU" dirty="0"/>
            </a:br>
            <a:r>
              <a:rPr lang="hu-HU" sz="2400" dirty="0"/>
              <a:t>Készítette:</a:t>
            </a:r>
            <a:br>
              <a:rPr lang="hu-HU" sz="2400" dirty="0"/>
            </a:br>
            <a:r>
              <a:rPr lang="hu-HU" sz="2400" dirty="0"/>
              <a:t>Konyári Botond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26E6684-46CA-4F1B-8DB6-D34D4F4FE28B}"/>
              </a:ext>
            </a:extLst>
          </p:cNvPr>
          <p:cNvSpPr txBox="1"/>
          <p:nvPr/>
        </p:nvSpPr>
        <p:spPr>
          <a:xfrm>
            <a:off x="419698" y="2373961"/>
            <a:ext cx="3368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Script (1)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2291827B-F8E4-4FAE-B689-C7B68A45CDAE}"/>
              </a:ext>
            </a:extLst>
          </p:cNvPr>
          <p:cNvSpPr txBox="1"/>
          <p:nvPr/>
        </p:nvSpPr>
        <p:spPr>
          <a:xfrm>
            <a:off x="353341" y="3043669"/>
            <a:ext cx="3684233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script elején kiválasztjuk </a:t>
            </a:r>
            <a:b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.filter-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class-al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rendelkező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button-okat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(gomb)</a:t>
            </a:r>
          </a:p>
          <a:p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.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ghost-card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class-al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rendelkező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card-okat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(kártya)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CDFE2E70-1A33-4867-BF21-9F771FA67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1553" y="1287963"/>
            <a:ext cx="4458322" cy="297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82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3">
            <a:extLst>
              <a:ext uri="{FF2B5EF4-FFF2-40B4-BE49-F238E27FC236}">
                <a16:creationId xmlns:a16="http://schemas.microsoft.com/office/drawing/2014/main" id="{A380262F-8C9A-4ACF-9766-4BB046BFD3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5156" y="1928349"/>
            <a:ext cx="2897411" cy="669708"/>
          </a:xfrm>
        </p:spPr>
        <p:txBody>
          <a:bodyPr>
            <a:noAutofit/>
          </a:bodyPr>
          <a:lstStyle/>
          <a:p>
            <a:r>
              <a:rPr lang="hu-HU" sz="3200" b="1" dirty="0"/>
              <a:t>Nyomógombok</a:t>
            </a:r>
          </a:p>
        </p:txBody>
      </p:sp>
      <p:sp>
        <p:nvSpPr>
          <p:cNvPr id="6" name="Cím 5">
            <a:extLst>
              <a:ext uri="{FF2B5EF4-FFF2-40B4-BE49-F238E27FC236}">
                <a16:creationId xmlns:a16="http://schemas.microsoft.com/office/drawing/2014/main" id="{2F31512E-B551-4349-852F-DD3A1FF07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05" y="279714"/>
            <a:ext cx="3949307" cy="1382697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hu-HU" sz="4000" u="sng" dirty="0"/>
              <a:t>Demonok.html</a:t>
            </a:r>
            <a:br>
              <a:rPr lang="hu-HU" dirty="0"/>
            </a:br>
            <a:r>
              <a:rPr lang="hu-HU" sz="2400" dirty="0"/>
              <a:t>Készítette:</a:t>
            </a:r>
            <a:br>
              <a:rPr lang="hu-HU" sz="2400" dirty="0"/>
            </a:br>
            <a:r>
              <a:rPr lang="hu-HU" sz="2400" dirty="0"/>
              <a:t>Konyári Botond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26E6684-46CA-4F1B-8DB6-D34D4F4FE28B}"/>
              </a:ext>
            </a:extLst>
          </p:cNvPr>
          <p:cNvSpPr txBox="1"/>
          <p:nvPr/>
        </p:nvSpPr>
        <p:spPr>
          <a:xfrm>
            <a:off x="419698" y="2373961"/>
            <a:ext cx="3368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Script (1)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2291827B-F8E4-4FAE-B689-C7B68A45CDAE}"/>
              </a:ext>
            </a:extLst>
          </p:cNvPr>
          <p:cNvSpPr txBox="1"/>
          <p:nvPr/>
        </p:nvSpPr>
        <p:spPr>
          <a:xfrm>
            <a:off x="353342" y="3043669"/>
            <a:ext cx="42896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Minden gombot külön megvizsgálunk és amivel ,,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click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event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,, történt (magyarul  rányomtunk) az kap egy aktív állapotot (3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class-al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b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1400" dirty="0" err="1">
                <a:latin typeface="Monospac821 BT" panose="020B0609020202020204" pitchFamily="49" charset="0"/>
              </a:rPr>
              <a:t>active</a:t>
            </a:r>
            <a:r>
              <a:rPr lang="hu-HU" sz="1400" dirty="0">
                <a:latin typeface="Monospac821 BT" panose="020B0609020202020204" pitchFamily="49" charset="0"/>
              </a:rPr>
              <a:t>-</a:t>
            </a:r>
            <a:r>
              <a:rPr lang="hu-HU" sz="1400" dirty="0" err="1">
                <a:latin typeface="Monospac821 BT" panose="020B0609020202020204" pitchFamily="49" charset="0"/>
              </a:rPr>
              <a:t>btn</a:t>
            </a:r>
            <a:r>
              <a:rPr lang="hu-HU" sz="1400" dirty="0">
                <a:latin typeface="Monospac821 BT" panose="020B0609020202020204" pitchFamily="49" charset="0"/>
              </a:rPr>
              <a:t>-</a:t>
            </a:r>
            <a:r>
              <a:rPr lang="hu-HU" sz="1400" dirty="0" err="1">
                <a:latin typeface="Monospac821 BT" panose="020B0609020202020204" pitchFamily="49" charset="0"/>
              </a:rPr>
              <a:t>danger</a:t>
            </a:r>
            <a:r>
              <a:rPr lang="hu-HU" sz="1400" dirty="0">
                <a:latin typeface="Monospac821 BT" panose="020B0609020202020204" pitchFamily="49" charset="0"/>
              </a:rPr>
              <a:t>-</a:t>
            </a:r>
            <a:r>
              <a:rPr lang="hu-HU" sz="1400" dirty="0" err="1">
                <a:latin typeface="Monospac821 BT" panose="020B0609020202020204" pitchFamily="49" charset="0"/>
              </a:rPr>
              <a:t>btn</a:t>
            </a:r>
            <a:r>
              <a:rPr lang="hu-HU" sz="1400" dirty="0">
                <a:latin typeface="Monospac821 BT" panose="020B0609020202020204" pitchFamily="49" charset="0"/>
              </a:rPr>
              <a:t>-outline-</a:t>
            </a:r>
            <a:r>
              <a:rPr lang="hu-HU" sz="1400" dirty="0" err="1">
                <a:latin typeface="Monospac821 BT" panose="020B0609020202020204" pitchFamily="49" charset="0"/>
              </a:rPr>
              <a:t>danger</a:t>
            </a:r>
            <a:endParaRPr lang="hu-H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501AE01C-A14C-4890-896E-2806C492B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819" y="1356966"/>
            <a:ext cx="4458322" cy="297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4250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3">
            <a:extLst>
              <a:ext uri="{FF2B5EF4-FFF2-40B4-BE49-F238E27FC236}">
                <a16:creationId xmlns:a16="http://schemas.microsoft.com/office/drawing/2014/main" id="{A380262F-8C9A-4ACF-9766-4BB046BFD3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5156" y="1928349"/>
            <a:ext cx="2897411" cy="669708"/>
          </a:xfrm>
        </p:spPr>
        <p:txBody>
          <a:bodyPr>
            <a:noAutofit/>
          </a:bodyPr>
          <a:lstStyle/>
          <a:p>
            <a:r>
              <a:rPr lang="hu-HU" sz="3200" b="1" dirty="0"/>
              <a:t>Nyomógombok</a:t>
            </a:r>
          </a:p>
        </p:txBody>
      </p:sp>
      <p:sp>
        <p:nvSpPr>
          <p:cNvPr id="6" name="Cím 5">
            <a:extLst>
              <a:ext uri="{FF2B5EF4-FFF2-40B4-BE49-F238E27FC236}">
                <a16:creationId xmlns:a16="http://schemas.microsoft.com/office/drawing/2014/main" id="{2F31512E-B551-4349-852F-DD3A1FF07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05" y="279714"/>
            <a:ext cx="3949307" cy="1382697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hu-HU" sz="4000" u="sng" dirty="0"/>
              <a:t>Demonok.html</a:t>
            </a:r>
            <a:br>
              <a:rPr lang="hu-HU" dirty="0"/>
            </a:br>
            <a:r>
              <a:rPr lang="hu-HU" sz="2400" dirty="0"/>
              <a:t>Készítette:</a:t>
            </a:r>
            <a:br>
              <a:rPr lang="hu-HU" sz="2400" dirty="0"/>
            </a:br>
            <a:r>
              <a:rPr lang="hu-HU" sz="2400" dirty="0"/>
              <a:t>Konyári Botond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26E6684-46CA-4F1B-8DB6-D34D4F4FE28B}"/>
              </a:ext>
            </a:extLst>
          </p:cNvPr>
          <p:cNvSpPr txBox="1"/>
          <p:nvPr/>
        </p:nvSpPr>
        <p:spPr>
          <a:xfrm>
            <a:off x="419698" y="2373961"/>
            <a:ext cx="3368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Script (2)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3B4478F0-6AF3-45B3-9E0E-BC0388BB4B10}"/>
              </a:ext>
            </a:extLst>
          </p:cNvPr>
          <p:cNvSpPr txBox="1"/>
          <p:nvPr/>
        </p:nvSpPr>
        <p:spPr>
          <a:xfrm>
            <a:off x="825623" y="2902998"/>
            <a:ext cx="32048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96BF47A-476B-4F2D-82EE-DD35F9242413}"/>
              </a:ext>
            </a:extLst>
          </p:cNvPr>
          <p:cNvSpPr txBox="1"/>
          <p:nvPr/>
        </p:nvSpPr>
        <p:spPr>
          <a:xfrm>
            <a:off x="592412" y="2862078"/>
            <a:ext cx="35777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Minden filter-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active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class-al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rendelkező gomb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-filter tulajdonságát kiveszi és megnézi az egész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dokumentunkban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milyen másik elemek rendelkeznek ugyanezzel.</a:t>
            </a:r>
          </a:p>
          <a:p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Ezeket a gombokat megjeleníti, míg a többit elrejti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56A85A3-2068-479D-8EA0-46EE2FBAB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932" y="378480"/>
            <a:ext cx="5849916" cy="504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789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3">
            <a:extLst>
              <a:ext uri="{FF2B5EF4-FFF2-40B4-BE49-F238E27FC236}">
                <a16:creationId xmlns:a16="http://schemas.microsoft.com/office/drawing/2014/main" id="{A380262F-8C9A-4ACF-9766-4BB046BFD3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5156" y="1928349"/>
            <a:ext cx="2897411" cy="669708"/>
          </a:xfrm>
        </p:spPr>
        <p:txBody>
          <a:bodyPr>
            <a:noAutofit/>
          </a:bodyPr>
          <a:lstStyle/>
          <a:p>
            <a:r>
              <a:rPr lang="hu-HU" sz="3200" b="1" dirty="0"/>
              <a:t>Nyomógombok</a:t>
            </a:r>
          </a:p>
        </p:txBody>
      </p:sp>
      <p:sp>
        <p:nvSpPr>
          <p:cNvPr id="6" name="Cím 5">
            <a:extLst>
              <a:ext uri="{FF2B5EF4-FFF2-40B4-BE49-F238E27FC236}">
                <a16:creationId xmlns:a16="http://schemas.microsoft.com/office/drawing/2014/main" id="{2F31512E-B551-4349-852F-DD3A1FF07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05" y="279714"/>
            <a:ext cx="3949307" cy="1382697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hu-HU" sz="4000" u="sng" dirty="0"/>
              <a:t>Demonok.html</a:t>
            </a:r>
            <a:br>
              <a:rPr lang="hu-HU" dirty="0"/>
            </a:br>
            <a:r>
              <a:rPr lang="hu-HU" sz="2400" dirty="0"/>
              <a:t>Készítette:</a:t>
            </a:r>
            <a:br>
              <a:rPr lang="hu-HU" sz="2400" dirty="0"/>
            </a:br>
            <a:r>
              <a:rPr lang="hu-HU" sz="2400" dirty="0"/>
              <a:t>Konyári Botond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26E6684-46CA-4F1B-8DB6-D34D4F4FE28B}"/>
              </a:ext>
            </a:extLst>
          </p:cNvPr>
          <p:cNvSpPr txBox="1"/>
          <p:nvPr/>
        </p:nvSpPr>
        <p:spPr>
          <a:xfrm>
            <a:off x="419698" y="2373961"/>
            <a:ext cx="3368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Kártyák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3B4478F0-6AF3-45B3-9E0E-BC0388BB4B10}"/>
              </a:ext>
            </a:extLst>
          </p:cNvPr>
          <p:cNvSpPr txBox="1"/>
          <p:nvPr/>
        </p:nvSpPr>
        <p:spPr>
          <a:xfrm>
            <a:off x="825623" y="2902998"/>
            <a:ext cx="32048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96BF47A-476B-4F2D-82EE-DD35F9242413}"/>
              </a:ext>
            </a:extLst>
          </p:cNvPr>
          <p:cNvSpPr txBox="1"/>
          <p:nvPr/>
        </p:nvSpPr>
        <p:spPr>
          <a:xfrm>
            <a:off x="592412" y="2862078"/>
            <a:ext cx="35777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Elöl megjegyzésben a Szellem neve, majd div-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eken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belülbootstrap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 megadjuk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classba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aszöveg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formázásainkat illetve a </a:t>
            </a:r>
            <a:b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data-evidence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 a szűrő adatainkat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D24B581-B911-4183-B52D-502BA0F84E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322" y="1208543"/>
            <a:ext cx="7400471" cy="3201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24996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 helye 3">
            <a:extLst>
              <a:ext uri="{FF2B5EF4-FFF2-40B4-BE49-F238E27FC236}">
                <a16:creationId xmlns:a16="http://schemas.microsoft.com/office/drawing/2014/main" id="{A380262F-8C9A-4ACF-9766-4BB046BFD3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5156" y="1928349"/>
            <a:ext cx="2897411" cy="669708"/>
          </a:xfrm>
        </p:spPr>
        <p:txBody>
          <a:bodyPr>
            <a:noAutofit/>
          </a:bodyPr>
          <a:lstStyle/>
          <a:p>
            <a:r>
              <a:rPr lang="hu-HU" sz="3200" b="1" dirty="0"/>
              <a:t>Nyomógombok</a:t>
            </a:r>
          </a:p>
        </p:txBody>
      </p:sp>
      <p:sp>
        <p:nvSpPr>
          <p:cNvPr id="6" name="Cím 5">
            <a:extLst>
              <a:ext uri="{FF2B5EF4-FFF2-40B4-BE49-F238E27FC236}">
                <a16:creationId xmlns:a16="http://schemas.microsoft.com/office/drawing/2014/main" id="{2F31512E-B551-4349-852F-DD3A1FF07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805" y="279714"/>
            <a:ext cx="3949307" cy="1382697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hu-HU" sz="4000" u="sng" dirty="0"/>
              <a:t>Demonok.html</a:t>
            </a:r>
            <a:br>
              <a:rPr lang="hu-HU" dirty="0"/>
            </a:br>
            <a:r>
              <a:rPr lang="hu-HU" sz="2400" dirty="0"/>
              <a:t>Készítette:</a:t>
            </a:r>
            <a:br>
              <a:rPr lang="hu-HU" sz="2400" dirty="0"/>
            </a:br>
            <a:r>
              <a:rPr lang="hu-HU" sz="2400" dirty="0"/>
              <a:t>Konyári Botond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26E6684-46CA-4F1B-8DB6-D34D4F4FE28B}"/>
              </a:ext>
            </a:extLst>
          </p:cNvPr>
          <p:cNvSpPr txBox="1"/>
          <p:nvPr/>
        </p:nvSpPr>
        <p:spPr>
          <a:xfrm>
            <a:off x="419698" y="2373961"/>
            <a:ext cx="3368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Kártyák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3B4478F0-6AF3-45B3-9E0E-BC0388BB4B10}"/>
              </a:ext>
            </a:extLst>
          </p:cNvPr>
          <p:cNvSpPr txBox="1"/>
          <p:nvPr/>
        </p:nvSpPr>
        <p:spPr>
          <a:xfrm>
            <a:off x="825623" y="2902998"/>
            <a:ext cx="32048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96BF47A-476B-4F2D-82EE-DD35F9242413}"/>
              </a:ext>
            </a:extLst>
          </p:cNvPr>
          <p:cNvSpPr txBox="1"/>
          <p:nvPr/>
        </p:nvSpPr>
        <p:spPr>
          <a:xfrm>
            <a:off x="352203" y="2863995"/>
            <a:ext cx="401025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H4-ben megadtam a szellem nevét, amely a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card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header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-ben helyezkedik el, és egy rövid leírást tettem a szellemről a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card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-body-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Végül egy új div segítségével a dokumentum végére tettem három darab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dulajdonságot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(amivel tudjuk </a:t>
            </a:r>
            <a:r>
              <a:rPr lang="hu-H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ugy</a:t>
            </a:r>
            <a:r>
              <a:rPr lang="hu-H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szortírozni)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F9324E7-C3BF-4357-9CF7-42604C640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826" y="1242874"/>
            <a:ext cx="7502007" cy="3245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969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85AFCE-D509-413A-954A-39866D8A9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AZ eszközök 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B5462E1-3F61-4E42-BD2A-27A5ABEDD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87" y="2885243"/>
            <a:ext cx="11117226" cy="1847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95866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ő esemény">
  <a:themeElements>
    <a:clrScheme name="Fő esemény">
      <a:dk1>
        <a:sysClr val="windowText" lastClr="000000"/>
      </a:dk1>
      <a:lt1>
        <a:sysClr val="window" lastClr="FFFFFF"/>
      </a:lt1>
      <a:dk2>
        <a:srgbClr val="424242"/>
      </a:dk2>
      <a:lt2>
        <a:srgbClr val="C8C8C8"/>
      </a:lt2>
      <a:accent1>
        <a:srgbClr val="B80E0F"/>
      </a:accent1>
      <a:accent2>
        <a:srgbClr val="A6987D"/>
      </a:accent2>
      <a:accent3>
        <a:srgbClr val="7F9A71"/>
      </a:accent3>
      <a:accent4>
        <a:srgbClr val="64969F"/>
      </a:accent4>
      <a:accent5>
        <a:srgbClr val="9B75B2"/>
      </a:accent5>
      <a:accent6>
        <a:srgbClr val="80737A"/>
      </a:accent6>
      <a:hlink>
        <a:srgbClr val="F21213"/>
      </a:hlink>
      <a:folHlink>
        <a:srgbClr val="B6A394"/>
      </a:folHlink>
    </a:clrScheme>
    <a:fontScheme name="Fő esemény">
      <a:maj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ő esemény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blipFill>
          <a:blip xmlns:r="http://schemas.openxmlformats.org/officeDocument/2006/relationships" r:embed="rId1">
            <a:duotone>
              <a:schemeClr val="phClr">
                <a:shade val="88000"/>
                <a:lumMod val="88000"/>
              </a:schemeClr>
              <a:schemeClr val="phClr"/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25400" dist="127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0"/>
        </a:gradFill>
        <a:blipFill>
          <a:blip xmlns:r="http://schemas.openxmlformats.org/officeDocument/2006/relationships" r:embed="rId2">
            <a:duotone>
              <a:schemeClr val="phClr">
                <a:shade val="48000"/>
                <a:satMod val="110000"/>
                <a:lumMod val="40000"/>
              </a:schemeClr>
              <a:schemeClr val="phClr">
                <a:tint val="90000"/>
                <a:lumMod val="10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Event" id="{AC372BB4-D83D-411E-B849-B641926BA760}" vid="{F1EFBDE3-1A95-4E3D-81AD-1F53D65BEA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TM04033927[[fn=Fő esemény]]</Template>
  <TotalTime>89</TotalTime>
  <Words>366</Words>
  <Application>Microsoft Office PowerPoint</Application>
  <PresentationFormat>Szélesvásznú</PresentationFormat>
  <Paragraphs>42</Paragraphs>
  <Slides>12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7" baseType="lpstr">
      <vt:lpstr>Arial</vt:lpstr>
      <vt:lpstr>Impact</vt:lpstr>
      <vt:lpstr>Monospac821 BT</vt:lpstr>
      <vt:lpstr>Times New Roman</vt:lpstr>
      <vt:lpstr>Fő esemény</vt:lpstr>
      <vt:lpstr>Programozás bemutató</vt:lpstr>
      <vt:lpstr>Választott téma</vt:lpstr>
      <vt:lpstr>Használt technologógiák</vt:lpstr>
      <vt:lpstr>Bootstrap felhasznlásA</vt:lpstr>
      <vt:lpstr>Github statisztikák</vt:lpstr>
      <vt:lpstr>Demonok.html Készítette: Konyári Botond</vt:lpstr>
      <vt:lpstr>Demonok.html Készítette: Konyári Botond</vt:lpstr>
      <vt:lpstr>Demonok.html Készítette: Konyári Botond</vt:lpstr>
      <vt:lpstr>Demonok.html Készítette: Konyári Botond</vt:lpstr>
      <vt:lpstr>Demonok.html Készítette: Konyári Botond</vt:lpstr>
      <vt:lpstr>Demonok.html Készítette: Konyári Botond</vt:lpstr>
      <vt:lpstr>AZ eszközök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Programozás bemutató</dc:title>
  <dc:creator>Konyári Botond Bátor</dc:creator>
  <cp:lastModifiedBy>Konyári Botond Bátor</cp:lastModifiedBy>
  <cp:revision>14</cp:revision>
  <dcterms:created xsi:type="dcterms:W3CDTF">2026-02-23T07:16:39Z</dcterms:created>
  <dcterms:modified xsi:type="dcterms:W3CDTF">2026-03-02T07:27:57Z</dcterms:modified>
</cp:coreProperties>
</file>