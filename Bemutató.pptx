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371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056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333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108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54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53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033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836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713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6974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124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3798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8182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4980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7621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0162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732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D4C322F-BC9B-42E0-BD88-98D7F3AB06DE}" type="datetimeFigureOut">
              <a:rPr lang="hu-HU" smtClean="0"/>
              <a:t>2026.02.23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162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C399B1-9BBC-414D-9911-563351169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Programozás bemutató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8673976-1BAA-4E8F-9D3F-54E3E6FCE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8407309" y="3831072"/>
            <a:ext cx="2523466" cy="1963502"/>
          </a:xfrm>
        </p:spPr>
        <p:txBody>
          <a:bodyPr/>
          <a:lstStyle/>
          <a:p>
            <a:r>
              <a:rPr lang="hu-HU" sz="3000" dirty="0"/>
              <a:t>Készítette: </a:t>
            </a:r>
            <a:br>
              <a:rPr lang="hu-HU" dirty="0"/>
            </a:br>
            <a:r>
              <a:rPr lang="hu-HU" sz="2400" dirty="0"/>
              <a:t>Csendes Károly </a:t>
            </a:r>
            <a:br>
              <a:rPr lang="hu-HU" sz="2400" dirty="0"/>
            </a:br>
            <a:r>
              <a:rPr lang="hu-HU" sz="2400" dirty="0"/>
              <a:t>Konyári Botond </a:t>
            </a:r>
            <a:br>
              <a:rPr lang="hu-HU" sz="2400" dirty="0"/>
            </a:br>
            <a:r>
              <a:rPr lang="hu-HU" sz="2400" dirty="0"/>
              <a:t>Dániel Ádám</a:t>
            </a:r>
          </a:p>
        </p:txBody>
      </p:sp>
    </p:spTree>
    <p:extLst>
      <p:ext uri="{BB962C8B-B14F-4D97-AF65-F5344CB8AC3E}">
        <p14:creationId xmlns:p14="http://schemas.microsoft.com/office/powerpoint/2010/main" val="31223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28492" y="185170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008873" y="877005"/>
            <a:ext cx="3368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oldal legelején látható egy 7db-os nyomógomb amely az oldal rendezését irányítja minimális java script-el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C0D1428-A006-4BB2-8484-4E5209DEE31C}"/>
              </a:ext>
            </a:extLst>
          </p:cNvPr>
          <p:cNvSpPr txBox="1"/>
          <p:nvPr/>
        </p:nvSpPr>
        <p:spPr>
          <a:xfrm>
            <a:off x="585926" y="2613607"/>
            <a:ext cx="94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latin typeface="Monospac821 BT" panose="020B0609020202020204" pitchFamily="49" charset="0"/>
              </a:rPr>
              <a:t>&lt;div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="mb-4 text-center"&gt;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emf</a:t>
            </a:r>
            <a:r>
              <a:rPr lang="hu-HU" sz="1200" dirty="0">
                <a:latin typeface="Monospac821 BT" panose="020B0609020202020204" pitchFamily="49" charset="0"/>
              </a:rPr>
              <a:t>"&gt;EMF 5&lt;/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ultraviolet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Ultraviolet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spirit_box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Spirit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Box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freezing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Freezing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orb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Ghost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Orb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writing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Writing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dots</a:t>
            </a:r>
            <a:r>
              <a:rPr lang="hu-HU" sz="1200" dirty="0">
                <a:latin typeface="Monospac821 BT" panose="020B0609020202020204" pitchFamily="49" charset="0"/>
              </a:rPr>
              <a:t>"&gt;DOTS&lt;/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btn-danger</a:t>
            </a:r>
            <a:r>
              <a:rPr lang="hu-HU" sz="1200" dirty="0">
                <a:latin typeface="Monospac821 BT" panose="020B0609020202020204" pitchFamily="49" charset="0"/>
              </a:rPr>
              <a:t> ms-3" </a:t>
            </a:r>
            <a:r>
              <a:rPr lang="hu-HU" sz="1200" dirty="0" err="1">
                <a:latin typeface="Monospac821 BT" panose="020B0609020202020204" pitchFamily="49" charset="0"/>
              </a:rPr>
              <a:t>id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resetFilter</a:t>
            </a:r>
            <a:r>
              <a:rPr lang="hu-HU" sz="1200" dirty="0">
                <a:latin typeface="Monospac821 BT" panose="020B0609020202020204" pitchFamily="49" charset="0"/>
              </a:rPr>
              <a:t>"&gt;Összes&lt;/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&lt;/div&gt;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F9D4819-8761-474F-B55C-D968C9FC223D}"/>
              </a:ext>
            </a:extLst>
          </p:cNvPr>
          <p:cNvSpPr txBox="1"/>
          <p:nvPr/>
        </p:nvSpPr>
        <p:spPr>
          <a:xfrm>
            <a:off x="7483876" y="1030892"/>
            <a:ext cx="33683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egyes nyomógomb egy adott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(bizonyíték) – ért felel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127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Script (1)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45776" y="982230"/>
            <a:ext cx="602793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latin typeface="Monospac821 BT" panose="020B0609020202020204" pitchFamily="49" charset="0"/>
              </a:rPr>
              <a:t>&lt;script&gt;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buttons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200" dirty="0">
                <a:latin typeface="Monospac821 BT" panose="020B0609020202020204" pitchFamily="49" charset="0"/>
              </a:rPr>
              <a:t>(".filter-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cards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200" dirty="0">
                <a:latin typeface="Monospac821 BT" panose="020B0609020202020204" pitchFamily="49" charset="0"/>
              </a:rPr>
              <a:t>(".</a:t>
            </a:r>
            <a:r>
              <a:rPr lang="hu-HU" sz="1200" dirty="0" err="1">
                <a:latin typeface="Monospac821 BT" panose="020B0609020202020204" pitchFamily="49" charset="0"/>
              </a:rPr>
              <a:t>ghost-card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resetBtn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document.getElementById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resetFilter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 err="1">
                <a:latin typeface="Monospac821 BT" panose="020B0609020202020204" pitchFamily="49" charset="0"/>
              </a:rPr>
              <a:t>buttons.forEach</a:t>
            </a:r>
            <a:r>
              <a:rPr lang="hu-HU" sz="1200" dirty="0">
                <a:latin typeface="Monospac821 BT" panose="020B0609020202020204" pitchFamily="49" charset="0"/>
              </a:rPr>
              <a:t>(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</a:t>
            </a:r>
            <a:r>
              <a:rPr lang="hu-HU" sz="1200" dirty="0" err="1">
                <a:latin typeface="Monospac821 BT" panose="020B0609020202020204" pitchFamily="49" charset="0"/>
              </a:rPr>
              <a:t>button.addEventListener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click</a:t>
            </a:r>
            <a:r>
              <a:rPr lang="hu-HU" sz="1200" dirty="0">
                <a:latin typeface="Monospac821 BT" panose="020B0609020202020204" pitchFamily="49" charset="0"/>
              </a:rPr>
              <a:t>", () =&gt; {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// Aktív állapot váltás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active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btn-danger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applyFilters</a:t>
            </a:r>
            <a:r>
              <a:rPr lang="hu-HU" sz="1200" dirty="0">
                <a:latin typeface="Monospac821 BT" panose="020B0609020202020204" pitchFamily="49" charset="0"/>
              </a:rPr>
              <a:t>();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});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});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291827B-F8E4-4FAE-B689-C7B68A45CDAE}"/>
              </a:ext>
            </a:extLst>
          </p:cNvPr>
          <p:cNvSpPr txBox="1"/>
          <p:nvPr/>
        </p:nvSpPr>
        <p:spPr>
          <a:xfrm>
            <a:off x="353341" y="3043669"/>
            <a:ext cx="368423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script elején kiválasztjuk 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.filter-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class-al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rendelkező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button-okat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(gomb)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.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ghost-card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class-al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rendelkező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card-okat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(kártya)</a:t>
            </a:r>
          </a:p>
        </p:txBody>
      </p:sp>
    </p:spTree>
    <p:extLst>
      <p:ext uri="{BB962C8B-B14F-4D97-AF65-F5344CB8AC3E}">
        <p14:creationId xmlns:p14="http://schemas.microsoft.com/office/powerpoint/2010/main" val="388982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Script (1)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45776" y="982230"/>
            <a:ext cx="602793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latin typeface="Monospac821 BT" panose="020B0609020202020204" pitchFamily="49" charset="0"/>
              </a:rPr>
              <a:t>&lt;script&gt;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buttons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200" dirty="0">
                <a:latin typeface="Monospac821 BT" panose="020B0609020202020204" pitchFamily="49" charset="0"/>
              </a:rPr>
              <a:t>(".filter-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cards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200" dirty="0">
                <a:latin typeface="Monospac821 BT" panose="020B0609020202020204" pitchFamily="49" charset="0"/>
              </a:rPr>
              <a:t>(".</a:t>
            </a:r>
            <a:r>
              <a:rPr lang="hu-HU" sz="1200" dirty="0" err="1">
                <a:latin typeface="Monospac821 BT" panose="020B0609020202020204" pitchFamily="49" charset="0"/>
              </a:rPr>
              <a:t>ghost-card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resetBtn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document.getElementById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resetFilter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 err="1">
                <a:latin typeface="Monospac821 BT" panose="020B0609020202020204" pitchFamily="49" charset="0"/>
              </a:rPr>
              <a:t>buttons.forEach</a:t>
            </a:r>
            <a:r>
              <a:rPr lang="hu-HU" sz="1200" dirty="0">
                <a:latin typeface="Monospac821 BT" panose="020B0609020202020204" pitchFamily="49" charset="0"/>
              </a:rPr>
              <a:t>(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</a:t>
            </a:r>
            <a:r>
              <a:rPr lang="hu-HU" sz="1200" dirty="0" err="1">
                <a:latin typeface="Monospac821 BT" panose="020B0609020202020204" pitchFamily="49" charset="0"/>
              </a:rPr>
              <a:t>button.addEventListener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click</a:t>
            </a:r>
            <a:r>
              <a:rPr lang="hu-HU" sz="1200" dirty="0">
                <a:latin typeface="Monospac821 BT" panose="020B0609020202020204" pitchFamily="49" charset="0"/>
              </a:rPr>
              <a:t>", () =&gt; {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// Aktív állapot váltás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active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btn-danger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applyFilters</a:t>
            </a:r>
            <a:r>
              <a:rPr lang="hu-HU" sz="1200" dirty="0">
                <a:latin typeface="Monospac821 BT" panose="020B0609020202020204" pitchFamily="49" charset="0"/>
              </a:rPr>
              <a:t>();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});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});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291827B-F8E4-4FAE-B689-C7B68A45CDAE}"/>
              </a:ext>
            </a:extLst>
          </p:cNvPr>
          <p:cNvSpPr txBox="1"/>
          <p:nvPr/>
        </p:nvSpPr>
        <p:spPr>
          <a:xfrm>
            <a:off x="353342" y="3043669"/>
            <a:ext cx="42896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gombot külön megvizsgálunk és amivel ,,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,, történt (magyarul  rányomtunk) az kap egy aktív állapotot (3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class-al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1400" dirty="0" err="1">
                <a:latin typeface="Monospac821 BT" panose="020B0609020202020204" pitchFamily="49" charset="0"/>
              </a:rPr>
              <a:t>active</a:t>
            </a:r>
            <a:r>
              <a:rPr lang="hu-HU" sz="1400" dirty="0">
                <a:latin typeface="Monospac821 BT" panose="020B0609020202020204" pitchFamily="49" charset="0"/>
              </a:rPr>
              <a:t>-</a:t>
            </a:r>
            <a:r>
              <a:rPr lang="hu-HU" sz="1400" dirty="0" err="1">
                <a:latin typeface="Monospac821 BT" panose="020B0609020202020204" pitchFamily="49" charset="0"/>
              </a:rPr>
              <a:t>btn</a:t>
            </a:r>
            <a:r>
              <a:rPr lang="hu-HU" sz="1400" dirty="0">
                <a:latin typeface="Monospac821 BT" panose="020B0609020202020204" pitchFamily="49" charset="0"/>
              </a:rPr>
              <a:t>-</a:t>
            </a:r>
            <a:r>
              <a:rPr lang="hu-HU" sz="1400" dirty="0" err="1">
                <a:latin typeface="Monospac821 BT" panose="020B0609020202020204" pitchFamily="49" charset="0"/>
              </a:rPr>
              <a:t>danger</a:t>
            </a:r>
            <a:r>
              <a:rPr lang="hu-HU" sz="1400" dirty="0">
                <a:latin typeface="Monospac821 BT" panose="020B0609020202020204" pitchFamily="49" charset="0"/>
              </a:rPr>
              <a:t>-</a:t>
            </a:r>
            <a:r>
              <a:rPr lang="hu-HU" sz="1400" dirty="0" err="1">
                <a:latin typeface="Monospac821 BT" panose="020B0609020202020204" pitchFamily="49" charset="0"/>
              </a:rPr>
              <a:t>btn</a:t>
            </a:r>
            <a:r>
              <a:rPr lang="hu-HU" sz="1400" dirty="0">
                <a:latin typeface="Monospac821 BT" panose="020B0609020202020204" pitchFamily="49" charset="0"/>
              </a:rPr>
              <a:t>-outline-</a:t>
            </a:r>
            <a:r>
              <a:rPr lang="hu-HU" sz="1400" dirty="0" err="1">
                <a:latin typeface="Monospac821 BT" panose="020B0609020202020204" pitchFamily="49" charset="0"/>
              </a:rPr>
              <a:t>danger</a:t>
            </a:r>
            <a:endParaRPr lang="hu-H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42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Script (2)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36898" y="192117"/>
            <a:ext cx="602793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 err="1">
                <a:latin typeface="Monospac821 BT" panose="020B0609020202020204" pitchFamily="49" charset="0"/>
              </a:rPr>
              <a:t>function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applyFilters</a:t>
            </a:r>
            <a:r>
              <a:rPr lang="hu-HU" sz="1100" dirty="0">
                <a:latin typeface="Monospac821 BT" panose="020B0609020202020204" pitchFamily="49" charset="0"/>
              </a:rPr>
              <a:t>()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const </a:t>
            </a:r>
            <a:r>
              <a:rPr lang="hu-HU" sz="1100" dirty="0" err="1">
                <a:latin typeface="Monospac821 BT" panose="020B0609020202020204" pitchFamily="49" charset="0"/>
              </a:rPr>
              <a:t>activeFilters</a:t>
            </a:r>
            <a:r>
              <a:rPr lang="hu-HU" sz="1100" dirty="0">
                <a:latin typeface="Monospac821 BT" panose="020B0609020202020204" pitchFamily="49" charset="0"/>
              </a:rPr>
              <a:t> = </a:t>
            </a:r>
            <a:r>
              <a:rPr lang="hu-HU" sz="1100" dirty="0" err="1">
                <a:latin typeface="Monospac821 BT" panose="020B0609020202020204" pitchFamily="49" charset="0"/>
              </a:rPr>
              <a:t>Array.from</a:t>
            </a:r>
            <a:r>
              <a:rPr lang="hu-HU" sz="1100" dirty="0">
                <a:latin typeface="Monospac821 BT" panose="020B0609020202020204" pitchFamily="49" charset="0"/>
              </a:rPr>
              <a:t>(</a:t>
            </a:r>
            <a:r>
              <a:rPr lang="hu-HU" sz="11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100" dirty="0">
                <a:latin typeface="Monospac821 BT" panose="020B0609020202020204" pitchFamily="49" charset="0"/>
              </a:rPr>
              <a:t>(".filter-</a:t>
            </a:r>
            <a:r>
              <a:rPr lang="hu-HU" sz="1100" dirty="0" err="1">
                <a:latin typeface="Monospac821 BT" panose="020B0609020202020204" pitchFamily="49" charset="0"/>
              </a:rPr>
              <a:t>btn.active</a:t>
            </a:r>
            <a:r>
              <a:rPr lang="hu-HU" sz="1100" dirty="0">
                <a:latin typeface="Monospac821 BT" panose="020B0609020202020204" pitchFamily="49" charset="0"/>
              </a:rPr>
              <a:t>"))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.map(</a:t>
            </a:r>
            <a:r>
              <a:rPr lang="hu-HU" sz="1100" dirty="0" err="1">
                <a:latin typeface="Monospac821 BT" panose="020B0609020202020204" pitchFamily="49" charset="0"/>
              </a:rPr>
              <a:t>btn</a:t>
            </a:r>
            <a:r>
              <a:rPr lang="hu-HU" sz="1100" dirty="0">
                <a:latin typeface="Monospac821 BT" panose="020B0609020202020204" pitchFamily="49" charset="0"/>
              </a:rPr>
              <a:t> =&gt; </a:t>
            </a:r>
            <a:r>
              <a:rPr lang="hu-HU" sz="1100" dirty="0" err="1">
                <a:latin typeface="Monospac821 BT" panose="020B0609020202020204" pitchFamily="49" charset="0"/>
              </a:rPr>
              <a:t>btn.getAttribute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data</a:t>
            </a:r>
            <a:r>
              <a:rPr lang="hu-HU" sz="1100" dirty="0">
                <a:latin typeface="Monospac821 BT" panose="020B0609020202020204" pitchFamily="49" charset="0"/>
              </a:rPr>
              <a:t>-filter"));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</a:t>
            </a:r>
            <a:r>
              <a:rPr lang="hu-HU" sz="1100" dirty="0" err="1">
                <a:latin typeface="Monospac821 BT" panose="020B0609020202020204" pitchFamily="49" charset="0"/>
              </a:rPr>
              <a:t>cards.forEach</a:t>
            </a:r>
            <a:r>
              <a:rPr lang="hu-HU" sz="1100" dirty="0">
                <a:latin typeface="Monospac821 BT" panose="020B0609020202020204" pitchFamily="49" charset="0"/>
              </a:rPr>
              <a:t>(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const </a:t>
            </a:r>
            <a:r>
              <a:rPr lang="hu-HU" sz="1100" dirty="0" err="1">
                <a:latin typeface="Monospac821 BT" panose="020B0609020202020204" pitchFamily="49" charset="0"/>
              </a:rPr>
              <a:t>evidences</a:t>
            </a:r>
            <a:r>
              <a:rPr lang="hu-HU" sz="1100" dirty="0">
                <a:latin typeface="Monospac821 BT" panose="020B0609020202020204" pitchFamily="49" charset="0"/>
              </a:rPr>
              <a:t> = </a:t>
            </a:r>
            <a:r>
              <a:rPr lang="hu-HU" sz="1100" dirty="0" err="1">
                <a:latin typeface="Monospac821 BT" panose="020B0609020202020204" pitchFamily="49" charset="0"/>
              </a:rPr>
              <a:t>card.getAttribute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data-evidence</a:t>
            </a:r>
            <a:r>
              <a:rPr lang="hu-HU" sz="1100" dirty="0">
                <a:latin typeface="Monospac821 BT" panose="020B0609020202020204" pitchFamily="49" charset="0"/>
              </a:rPr>
              <a:t>");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    const </a:t>
            </a:r>
            <a:r>
              <a:rPr lang="hu-HU" sz="1100" dirty="0" err="1">
                <a:latin typeface="Monospac821 BT" panose="020B0609020202020204" pitchFamily="49" charset="0"/>
              </a:rPr>
              <a:t>matches</a:t>
            </a:r>
            <a:r>
              <a:rPr lang="hu-HU" sz="1100" dirty="0">
                <a:latin typeface="Monospac821 BT" panose="020B0609020202020204" pitchFamily="49" charset="0"/>
              </a:rPr>
              <a:t> = </a:t>
            </a:r>
            <a:r>
              <a:rPr lang="hu-HU" sz="1100" dirty="0" err="1">
                <a:latin typeface="Monospac821 BT" panose="020B0609020202020204" pitchFamily="49" charset="0"/>
              </a:rPr>
              <a:t>activeFilters.every</a:t>
            </a:r>
            <a:r>
              <a:rPr lang="hu-HU" sz="1100" dirty="0">
                <a:latin typeface="Monospac821 BT" panose="020B0609020202020204" pitchFamily="49" charset="0"/>
              </a:rPr>
              <a:t>(filter =&gt;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</a:t>
            </a:r>
            <a:r>
              <a:rPr lang="hu-HU" sz="1100" dirty="0" err="1">
                <a:latin typeface="Monospac821 BT" panose="020B0609020202020204" pitchFamily="49" charset="0"/>
              </a:rPr>
              <a:t>evidences.includes</a:t>
            </a:r>
            <a:r>
              <a:rPr lang="hu-HU" sz="1100" dirty="0">
                <a:latin typeface="Monospac821 BT" panose="020B0609020202020204" pitchFamily="49" charset="0"/>
              </a:rPr>
              <a:t>(filter)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);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  <a:r>
              <a:rPr lang="hu-HU" sz="1100" dirty="0" err="1">
                <a:latin typeface="Monospac821 BT" panose="020B0609020202020204" pitchFamily="49" charset="0"/>
              </a:rPr>
              <a:t>if</a:t>
            </a:r>
            <a:r>
              <a:rPr lang="hu-HU" sz="1100" dirty="0">
                <a:latin typeface="Monospac821 BT" panose="020B0609020202020204" pitchFamily="49" charset="0"/>
              </a:rPr>
              <a:t> (</a:t>
            </a:r>
            <a:r>
              <a:rPr lang="hu-HU" sz="1100" dirty="0" err="1">
                <a:latin typeface="Monospac821 BT" panose="020B0609020202020204" pitchFamily="49" charset="0"/>
              </a:rPr>
              <a:t>activeFilters.length</a:t>
            </a:r>
            <a:r>
              <a:rPr lang="hu-HU" sz="1100" dirty="0">
                <a:latin typeface="Monospac821 BT" panose="020B0609020202020204" pitchFamily="49" charset="0"/>
              </a:rPr>
              <a:t> === 0 || </a:t>
            </a:r>
            <a:r>
              <a:rPr lang="hu-HU" sz="1100" dirty="0" err="1">
                <a:latin typeface="Monospac821 BT" panose="020B0609020202020204" pitchFamily="49" charset="0"/>
              </a:rPr>
              <a:t>matches</a:t>
            </a:r>
            <a:r>
              <a:rPr lang="hu-HU" sz="1100" dirty="0">
                <a:latin typeface="Monospac821 BT" panose="020B0609020202020204" pitchFamily="49" charset="0"/>
              </a:rPr>
              <a:t>)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</a:t>
            </a:r>
            <a:r>
              <a:rPr lang="hu-HU" sz="1100" dirty="0" err="1">
                <a:latin typeface="Monospac821 BT" panose="020B0609020202020204" pitchFamily="49" charset="0"/>
              </a:rPr>
              <a:t>card.style.display</a:t>
            </a:r>
            <a:r>
              <a:rPr lang="hu-HU" sz="1100" dirty="0">
                <a:latin typeface="Monospac821 BT" panose="020B0609020202020204" pitchFamily="49" charset="0"/>
              </a:rPr>
              <a:t> = "</a:t>
            </a:r>
            <a:r>
              <a:rPr lang="hu-HU" sz="1100" dirty="0" err="1">
                <a:latin typeface="Monospac821 BT" panose="020B0609020202020204" pitchFamily="49" charset="0"/>
              </a:rPr>
              <a:t>block</a:t>
            </a:r>
            <a:r>
              <a:rPr lang="hu-HU" sz="1100" dirty="0">
                <a:latin typeface="Monospac821 BT" panose="020B0609020202020204" pitchFamily="49" charset="0"/>
              </a:rPr>
              <a:t>";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} </a:t>
            </a:r>
            <a:r>
              <a:rPr lang="hu-HU" sz="1100" dirty="0" err="1">
                <a:latin typeface="Monospac821 BT" panose="020B0609020202020204" pitchFamily="49" charset="0"/>
              </a:rPr>
              <a:t>else</a:t>
            </a:r>
            <a:r>
              <a:rPr lang="hu-HU" sz="1100" dirty="0">
                <a:latin typeface="Monospac821 BT" panose="020B0609020202020204" pitchFamily="49" charset="0"/>
              </a:rPr>
              <a:t>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</a:t>
            </a:r>
            <a:r>
              <a:rPr lang="hu-HU" sz="1100" dirty="0" err="1">
                <a:latin typeface="Monospac821 BT" panose="020B0609020202020204" pitchFamily="49" charset="0"/>
              </a:rPr>
              <a:t>card.style.display</a:t>
            </a:r>
            <a:r>
              <a:rPr lang="hu-HU" sz="1100" dirty="0">
                <a:latin typeface="Monospac821 BT" panose="020B0609020202020204" pitchFamily="49" charset="0"/>
              </a:rPr>
              <a:t> = "</a:t>
            </a:r>
            <a:r>
              <a:rPr lang="hu-HU" sz="1100" dirty="0" err="1">
                <a:latin typeface="Monospac821 BT" panose="020B0609020202020204" pitchFamily="49" charset="0"/>
              </a:rPr>
              <a:t>none</a:t>
            </a:r>
            <a:r>
              <a:rPr lang="hu-HU" sz="1100" dirty="0">
                <a:latin typeface="Monospac821 BT" panose="020B0609020202020204" pitchFamily="49" charset="0"/>
              </a:rPr>
              <a:t>";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}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});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}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 err="1">
                <a:latin typeface="Monospac821 BT" panose="020B0609020202020204" pitchFamily="49" charset="0"/>
              </a:rPr>
              <a:t>resetBtn.addEventListener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click</a:t>
            </a:r>
            <a:r>
              <a:rPr lang="hu-HU" sz="1100" dirty="0">
                <a:latin typeface="Monospac821 BT" panose="020B0609020202020204" pitchFamily="49" charset="0"/>
              </a:rPr>
              <a:t>", () =&gt;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</a:t>
            </a:r>
            <a:r>
              <a:rPr lang="hu-HU" sz="1100" dirty="0" err="1">
                <a:latin typeface="Monospac821 BT" panose="020B0609020202020204" pitchFamily="49" charset="0"/>
              </a:rPr>
              <a:t>buttons.forEach</a:t>
            </a:r>
            <a:r>
              <a:rPr lang="hu-HU" sz="1100" dirty="0">
                <a:latin typeface="Monospac821 BT" panose="020B0609020202020204" pitchFamily="49" charset="0"/>
              </a:rPr>
              <a:t>(</a:t>
            </a:r>
            <a:r>
              <a:rPr lang="hu-HU" sz="1100" dirty="0" err="1">
                <a:latin typeface="Monospac821 BT" panose="020B0609020202020204" pitchFamily="49" charset="0"/>
              </a:rPr>
              <a:t>btn</a:t>
            </a:r>
            <a:r>
              <a:rPr lang="hu-HU" sz="11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  <a:r>
              <a:rPr lang="hu-HU" sz="1100" dirty="0" err="1">
                <a:latin typeface="Monospac821 BT" panose="020B0609020202020204" pitchFamily="49" charset="0"/>
              </a:rPr>
              <a:t>btn.classList.remove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active</a:t>
            </a:r>
            <a:r>
              <a:rPr lang="hu-HU" sz="1100" dirty="0">
                <a:latin typeface="Monospac821 BT" panose="020B0609020202020204" pitchFamily="49" charset="0"/>
              </a:rPr>
              <a:t>", "</a:t>
            </a:r>
            <a:r>
              <a:rPr lang="hu-HU" sz="1100" dirty="0" err="1">
                <a:latin typeface="Monospac821 BT" panose="020B0609020202020204" pitchFamily="49" charset="0"/>
              </a:rPr>
              <a:t>btn-danger</a:t>
            </a:r>
            <a:r>
              <a:rPr lang="hu-HU" sz="11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  <a:r>
              <a:rPr lang="hu-HU" sz="1100" dirty="0" err="1">
                <a:latin typeface="Monospac821 BT" panose="020B0609020202020204" pitchFamily="49" charset="0"/>
              </a:rPr>
              <a:t>btn.classList.add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btn</a:t>
            </a:r>
            <a:r>
              <a:rPr lang="hu-HU" sz="1100" dirty="0">
                <a:latin typeface="Monospac821 BT" panose="020B0609020202020204" pitchFamily="49" charset="0"/>
              </a:rPr>
              <a:t>-outline-</a:t>
            </a:r>
            <a:r>
              <a:rPr lang="hu-HU" sz="1100" dirty="0" err="1">
                <a:latin typeface="Monospac821 BT" panose="020B0609020202020204" pitchFamily="49" charset="0"/>
              </a:rPr>
              <a:t>danger</a:t>
            </a:r>
            <a:r>
              <a:rPr lang="hu-HU" sz="11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});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</a:t>
            </a:r>
            <a:r>
              <a:rPr lang="hu-HU" sz="1100" dirty="0" err="1">
                <a:latin typeface="Monospac821 BT" panose="020B0609020202020204" pitchFamily="49" charset="0"/>
              </a:rPr>
              <a:t>cards.forEach</a:t>
            </a:r>
            <a:r>
              <a:rPr lang="hu-HU" sz="1100" dirty="0">
                <a:latin typeface="Monospac821 BT" panose="020B0609020202020204" pitchFamily="49" charset="0"/>
              </a:rPr>
              <a:t>(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  <a:r>
              <a:rPr lang="hu-HU" sz="1100" dirty="0" err="1">
                <a:latin typeface="Monospac821 BT" panose="020B0609020202020204" pitchFamily="49" charset="0"/>
              </a:rPr>
              <a:t>card.style.display</a:t>
            </a:r>
            <a:r>
              <a:rPr lang="hu-HU" sz="1100" dirty="0">
                <a:latin typeface="Monospac821 BT" panose="020B0609020202020204" pitchFamily="49" charset="0"/>
              </a:rPr>
              <a:t> = "</a:t>
            </a:r>
            <a:r>
              <a:rPr lang="hu-HU" sz="1100" dirty="0" err="1">
                <a:latin typeface="Monospac821 BT" panose="020B0609020202020204" pitchFamily="49" charset="0"/>
              </a:rPr>
              <a:t>block</a:t>
            </a:r>
            <a:r>
              <a:rPr lang="hu-HU" sz="1100" dirty="0">
                <a:latin typeface="Monospac821 BT" panose="020B0609020202020204" pitchFamily="49" charset="0"/>
              </a:rPr>
              <a:t>";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});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});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&lt;/script&gt;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4478F0-6AF3-45B3-9E0E-BC0388BB4B10}"/>
              </a:ext>
            </a:extLst>
          </p:cNvPr>
          <p:cNvSpPr txBox="1"/>
          <p:nvPr/>
        </p:nvSpPr>
        <p:spPr>
          <a:xfrm>
            <a:off x="825623" y="2902998"/>
            <a:ext cx="320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96BF47A-476B-4F2D-82EE-DD35F9242413}"/>
              </a:ext>
            </a:extLst>
          </p:cNvPr>
          <p:cNvSpPr txBox="1"/>
          <p:nvPr/>
        </p:nvSpPr>
        <p:spPr>
          <a:xfrm>
            <a:off x="592412" y="2862078"/>
            <a:ext cx="35777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filter-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class-al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rendelkező gomb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-filter tulajdonságát kiveszi és megnézi az egész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dokumentunkban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milyen másik elemek rendelkeznek ugyanezzel.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Ezeket a gombokat megjeleníti, míg a többit elrejti</a:t>
            </a:r>
          </a:p>
        </p:txBody>
      </p:sp>
    </p:spTree>
    <p:extLst>
      <p:ext uri="{BB962C8B-B14F-4D97-AF65-F5344CB8AC3E}">
        <p14:creationId xmlns:p14="http://schemas.microsoft.com/office/powerpoint/2010/main" val="379478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Kártyák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36898" y="192117"/>
            <a:ext cx="642947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&lt;!-- </a:t>
            </a:r>
            <a:r>
              <a:rPr lang="hu-HU" sz="1100" dirty="0" err="1">
                <a:latin typeface="Monospac821 BT" panose="020B0609020202020204" pitchFamily="49" charset="0"/>
              </a:rPr>
              <a:t>Dayan</a:t>
            </a:r>
            <a:r>
              <a:rPr lang="hu-HU" sz="1100" dirty="0">
                <a:latin typeface="Monospac821 BT" panose="020B0609020202020204" pitchFamily="49" charset="0"/>
              </a:rPr>
              <a:t>  --&gt;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="col-12 col-md-6 col-lg-3 mb-5 </a:t>
            </a:r>
            <a:r>
              <a:rPr lang="hu-HU" sz="1100" dirty="0" err="1">
                <a:latin typeface="Monospac821 BT" panose="020B0609020202020204" pitchFamily="49" charset="0"/>
              </a:rPr>
              <a:t>ghost-card</a:t>
            </a:r>
            <a:r>
              <a:rPr lang="hu-HU" sz="1100" dirty="0">
                <a:latin typeface="Monospac821 BT" panose="020B0609020202020204" pitchFamily="49" charset="0"/>
              </a:rPr>
              <a:t>" </a:t>
            </a:r>
            <a:r>
              <a:rPr lang="hu-HU" sz="1100" dirty="0" err="1">
                <a:latin typeface="Monospac821 BT" panose="020B0609020202020204" pitchFamily="49" charset="0"/>
              </a:rPr>
              <a:t>data-evidence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emf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spirit_box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bg-dark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light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border-danger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shadow</a:t>
            </a:r>
            <a:r>
              <a:rPr lang="hu-HU" sz="1100" dirty="0">
                <a:latin typeface="Monospac821 BT" panose="020B0609020202020204" pitchFamily="49" charset="0"/>
              </a:rPr>
              <a:t>-lg rounded-4 h-100"&gt;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&lt;h4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card-header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bg-danger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white</a:t>
            </a:r>
            <a:r>
              <a:rPr lang="hu-HU" sz="1100" dirty="0">
                <a:latin typeface="Monospac821 BT" panose="020B0609020202020204" pitchFamily="49" charset="0"/>
              </a:rPr>
              <a:t> text-center </a:t>
            </a:r>
            <a:r>
              <a:rPr lang="hu-HU" sz="1100" dirty="0" err="1">
                <a:latin typeface="Monospac821 BT" panose="020B0609020202020204" pitchFamily="49" charset="0"/>
              </a:rPr>
              <a:t>fw-bold</a:t>
            </a:r>
            <a:r>
              <a:rPr lang="hu-HU" sz="1100" dirty="0">
                <a:latin typeface="Monospac821 BT" panose="020B0609020202020204" pitchFamily="49" charset="0"/>
              </a:rPr>
              <a:t> rounded-top-4 "&gt;</a:t>
            </a:r>
            <a:r>
              <a:rPr lang="hu-HU" sz="1100" dirty="0" err="1">
                <a:latin typeface="Monospac821 BT" panose="020B0609020202020204" pitchFamily="49" charset="0"/>
              </a:rPr>
              <a:t>Dayan</a:t>
            </a:r>
            <a:r>
              <a:rPr lang="hu-HU" sz="1100" dirty="0">
                <a:latin typeface="Monospac821 BT" panose="020B0609020202020204" pitchFamily="49" charset="0"/>
              </a:rPr>
              <a:t>&lt;/h4&gt;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-body text-center d-</a:t>
            </a:r>
            <a:r>
              <a:rPr lang="hu-HU" sz="1100" dirty="0" err="1">
                <a:latin typeface="Monospac821 BT" panose="020B0609020202020204" pitchFamily="49" charset="0"/>
              </a:rPr>
              <a:t>flex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flex-column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&lt;h5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card-title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danger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fw-bold</a:t>
            </a:r>
            <a:r>
              <a:rPr lang="hu-HU" sz="1100" dirty="0">
                <a:latin typeface="Monospac821 BT" panose="020B0609020202020204" pitchFamily="49" charset="0"/>
              </a:rPr>
              <a:t>"&gt;Sebessége: Átlag (1.0 - 3.0 m/s)&lt;/h5&gt;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&lt;p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-text text-</a:t>
            </a:r>
            <a:r>
              <a:rPr lang="hu-HU" sz="1100" dirty="0" err="1">
                <a:latin typeface="Monospac821 BT" panose="020B0609020202020204" pitchFamily="49" charset="0"/>
              </a:rPr>
              <a:t>secondary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Nagyon lassú, amíg nem lát játékost, de látáskor rendkívül gyors. Ha elbújsz és megszakad a látótáv, azonnal lelassul.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&lt;/p&gt;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="mb-3 </a:t>
            </a:r>
            <a:r>
              <a:rPr lang="hu-HU" sz="1100" dirty="0" err="1">
                <a:latin typeface="Monospac821 BT" panose="020B0609020202020204" pitchFamily="49" charset="0"/>
              </a:rPr>
              <a:t>mt-auto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emf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"&gt;EMF 5&lt;/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  <a:r>
              <a:rPr lang="hu-HU" sz="1100" dirty="0" err="1">
                <a:latin typeface="Monospac821 BT" panose="020B0609020202020204" pitchFamily="49" charset="0"/>
              </a:rPr>
              <a:t>Ghost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spirit_box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  <a:r>
              <a:rPr lang="hu-HU" sz="1100" dirty="0" err="1">
                <a:latin typeface="Monospac821 BT" panose="020B0609020202020204" pitchFamily="49" charset="0"/>
              </a:rPr>
              <a:t>Spirit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Box</a:t>
            </a:r>
            <a:r>
              <a:rPr lang="hu-HU" sz="1100" dirty="0">
                <a:latin typeface="Monospac821 BT" panose="020B0609020202020204" pitchFamily="49" charset="0"/>
              </a:rPr>
              <a:t>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&lt;/div&gt;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4478F0-6AF3-45B3-9E0E-BC0388BB4B10}"/>
              </a:ext>
            </a:extLst>
          </p:cNvPr>
          <p:cNvSpPr txBox="1"/>
          <p:nvPr/>
        </p:nvSpPr>
        <p:spPr>
          <a:xfrm>
            <a:off x="825623" y="2902998"/>
            <a:ext cx="320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96BF47A-476B-4F2D-82EE-DD35F9242413}"/>
              </a:ext>
            </a:extLst>
          </p:cNvPr>
          <p:cNvSpPr txBox="1"/>
          <p:nvPr/>
        </p:nvSpPr>
        <p:spPr>
          <a:xfrm>
            <a:off x="592412" y="2862078"/>
            <a:ext cx="3577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Elöl megjegyzésben a Szellem neve, majd div-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eken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belülbootstrap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segítségével megadjuk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classba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aszöveg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formázásainkat illetve a 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data-evidence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segítségével a szűrő adatainkat</a:t>
            </a:r>
          </a:p>
        </p:txBody>
      </p:sp>
    </p:spTree>
    <p:extLst>
      <p:ext uri="{BB962C8B-B14F-4D97-AF65-F5344CB8AC3E}">
        <p14:creationId xmlns:p14="http://schemas.microsoft.com/office/powerpoint/2010/main" val="380424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Kártyák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36898" y="192117"/>
            <a:ext cx="642947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&lt;!-- </a:t>
            </a:r>
            <a:r>
              <a:rPr lang="hu-HU" sz="1100" dirty="0" err="1">
                <a:latin typeface="Monospac821 BT" panose="020B0609020202020204" pitchFamily="49" charset="0"/>
              </a:rPr>
              <a:t>Dayan</a:t>
            </a:r>
            <a:r>
              <a:rPr lang="hu-HU" sz="1100" dirty="0">
                <a:latin typeface="Monospac821 BT" panose="020B0609020202020204" pitchFamily="49" charset="0"/>
              </a:rPr>
              <a:t>  --&gt;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="col-12 col-md-6 col-lg-3 mb-5 </a:t>
            </a:r>
            <a:r>
              <a:rPr lang="hu-HU" sz="1100" dirty="0" err="1">
                <a:latin typeface="Monospac821 BT" panose="020B0609020202020204" pitchFamily="49" charset="0"/>
              </a:rPr>
              <a:t>ghost-card</a:t>
            </a:r>
            <a:r>
              <a:rPr lang="hu-HU" sz="1100" dirty="0">
                <a:latin typeface="Monospac821 BT" panose="020B0609020202020204" pitchFamily="49" charset="0"/>
              </a:rPr>
              <a:t>" </a:t>
            </a:r>
            <a:r>
              <a:rPr lang="hu-HU" sz="1100" dirty="0" err="1">
                <a:latin typeface="Monospac821 BT" panose="020B0609020202020204" pitchFamily="49" charset="0"/>
              </a:rPr>
              <a:t>data-evidence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emf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spirit_box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bg-dark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light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border-danger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shadow</a:t>
            </a:r>
            <a:r>
              <a:rPr lang="hu-HU" sz="1100" dirty="0">
                <a:latin typeface="Monospac821 BT" panose="020B0609020202020204" pitchFamily="49" charset="0"/>
              </a:rPr>
              <a:t>-lg rounded-4 h-100"&gt;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&lt;h4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card-header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bg-danger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white</a:t>
            </a:r>
            <a:r>
              <a:rPr lang="hu-HU" sz="1100" dirty="0">
                <a:latin typeface="Monospac821 BT" panose="020B0609020202020204" pitchFamily="49" charset="0"/>
              </a:rPr>
              <a:t> text-center </a:t>
            </a:r>
            <a:r>
              <a:rPr lang="hu-HU" sz="1100" dirty="0" err="1">
                <a:latin typeface="Monospac821 BT" panose="020B0609020202020204" pitchFamily="49" charset="0"/>
              </a:rPr>
              <a:t>fw-bold</a:t>
            </a:r>
            <a:r>
              <a:rPr lang="hu-HU" sz="1100" dirty="0">
                <a:latin typeface="Monospac821 BT" panose="020B0609020202020204" pitchFamily="49" charset="0"/>
              </a:rPr>
              <a:t> rounded-top-4 "&gt;</a:t>
            </a:r>
            <a:r>
              <a:rPr lang="hu-HU" sz="1100" dirty="0" err="1">
                <a:latin typeface="Monospac821 BT" panose="020B0609020202020204" pitchFamily="49" charset="0"/>
              </a:rPr>
              <a:t>Dayan</a:t>
            </a:r>
            <a:r>
              <a:rPr lang="hu-HU" sz="1100" dirty="0">
                <a:latin typeface="Monospac821 BT" panose="020B0609020202020204" pitchFamily="49" charset="0"/>
              </a:rPr>
              <a:t>&lt;/h4&gt;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-body text-center d-</a:t>
            </a:r>
            <a:r>
              <a:rPr lang="hu-HU" sz="1100" dirty="0" err="1">
                <a:latin typeface="Monospac821 BT" panose="020B0609020202020204" pitchFamily="49" charset="0"/>
              </a:rPr>
              <a:t>flex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flex-column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&lt;h5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card-title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danger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fw-bold</a:t>
            </a:r>
            <a:r>
              <a:rPr lang="hu-HU" sz="1100" dirty="0">
                <a:latin typeface="Monospac821 BT" panose="020B0609020202020204" pitchFamily="49" charset="0"/>
              </a:rPr>
              <a:t>"&gt;Sebessége: Átlag (1.0 - 3.0 m/s)&lt;/h5&gt;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&lt;p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-text text-</a:t>
            </a:r>
            <a:r>
              <a:rPr lang="hu-HU" sz="1100" dirty="0" err="1">
                <a:latin typeface="Monospac821 BT" panose="020B0609020202020204" pitchFamily="49" charset="0"/>
              </a:rPr>
              <a:t>secondary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Nagyon lassú, amíg nem lát játékost, de látáskor rendkívül gyors. Ha elbújsz és megszakad a látótáv, azonnal lelassul.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&lt;/p&gt;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="mb-3 </a:t>
            </a:r>
            <a:r>
              <a:rPr lang="hu-HU" sz="1100" dirty="0" err="1">
                <a:latin typeface="Monospac821 BT" panose="020B0609020202020204" pitchFamily="49" charset="0"/>
              </a:rPr>
              <a:t>mt-auto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emf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"&gt;EMF 5&lt;/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  <a:r>
              <a:rPr lang="hu-HU" sz="1100" dirty="0" err="1">
                <a:latin typeface="Monospac821 BT" panose="020B0609020202020204" pitchFamily="49" charset="0"/>
              </a:rPr>
              <a:t>Ghost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spirit_box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  <a:r>
              <a:rPr lang="hu-HU" sz="1100" dirty="0" err="1">
                <a:latin typeface="Monospac821 BT" panose="020B0609020202020204" pitchFamily="49" charset="0"/>
              </a:rPr>
              <a:t>Spirit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Box</a:t>
            </a:r>
            <a:r>
              <a:rPr lang="hu-HU" sz="1100" dirty="0">
                <a:latin typeface="Monospac821 BT" panose="020B0609020202020204" pitchFamily="49" charset="0"/>
              </a:rPr>
              <a:t>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&lt;/div&gt;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4478F0-6AF3-45B3-9E0E-BC0388BB4B10}"/>
              </a:ext>
            </a:extLst>
          </p:cNvPr>
          <p:cNvSpPr txBox="1"/>
          <p:nvPr/>
        </p:nvSpPr>
        <p:spPr>
          <a:xfrm>
            <a:off x="825623" y="2902998"/>
            <a:ext cx="320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96BF47A-476B-4F2D-82EE-DD35F9242413}"/>
              </a:ext>
            </a:extLst>
          </p:cNvPr>
          <p:cNvSpPr txBox="1"/>
          <p:nvPr/>
        </p:nvSpPr>
        <p:spPr>
          <a:xfrm>
            <a:off x="352203" y="2863995"/>
            <a:ext cx="40102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H4-ben megadtam a szellem nevét, amely a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-ben helyezkedik el, és egy rövid leírást tettem a szellemről a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-body-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Végül egy új div segítségével a dokumentum végére tettem három darab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dulajdonságot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(amivel tudjuk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ugy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szortírozni)</a:t>
            </a:r>
          </a:p>
        </p:txBody>
      </p:sp>
    </p:spTree>
    <p:extLst>
      <p:ext uri="{BB962C8B-B14F-4D97-AF65-F5344CB8AC3E}">
        <p14:creationId xmlns:p14="http://schemas.microsoft.com/office/powerpoint/2010/main" val="1725969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ő esemény">
  <a:themeElements>
    <a:clrScheme name="Fő esemény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Fő esemény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ő esemény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TM04033927[[fn=Fő esemény]]</Template>
  <TotalTime>65</TotalTime>
  <Words>1138</Words>
  <Application>Microsoft Office PowerPoint</Application>
  <PresentationFormat>Szélesvásznú</PresentationFormat>
  <Paragraphs>149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Impact</vt:lpstr>
      <vt:lpstr>Monospac821 BT</vt:lpstr>
      <vt:lpstr>Times New Roman</vt:lpstr>
      <vt:lpstr>Fő esemény</vt:lpstr>
      <vt:lpstr>Programozás bemutató</vt:lpstr>
      <vt:lpstr>Demonok.html Készítette: Konyári Botond</vt:lpstr>
      <vt:lpstr>Demonok.html Készítette: Konyári Botond</vt:lpstr>
      <vt:lpstr>Demonok.html Készítette: Konyári Botond</vt:lpstr>
      <vt:lpstr>Demonok.html Készítette: Konyári Botond</vt:lpstr>
      <vt:lpstr>Demonok.html Készítette: Konyári Botond</vt:lpstr>
      <vt:lpstr>Demonok.html Készítette: Konyári Botond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Programozás bemutató</dc:title>
  <dc:creator>Konyári Botond Bátor</dc:creator>
  <cp:lastModifiedBy>Konyári Botond Bátor</cp:lastModifiedBy>
  <cp:revision>10</cp:revision>
  <dcterms:created xsi:type="dcterms:W3CDTF">2026-02-23T07:16:39Z</dcterms:created>
  <dcterms:modified xsi:type="dcterms:W3CDTF">2026-02-23T08:21:57Z</dcterms:modified>
</cp:coreProperties>
</file>